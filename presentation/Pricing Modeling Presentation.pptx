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1"/>
  </p:notesMasterIdLst>
  <p:sldIdLst>
    <p:sldId id="256" r:id="rId2"/>
    <p:sldId id="259" r:id="rId3"/>
    <p:sldId id="260" r:id="rId4"/>
    <p:sldId id="261" r:id="rId5"/>
    <p:sldId id="262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eph Warth" initials="JW" lastIdx="3" clrIdx="0">
    <p:extLst>
      <p:ext uri="{19B8F6BF-5375-455C-9EA6-DF929625EA0E}">
        <p15:presenceInfo xmlns:p15="http://schemas.microsoft.com/office/powerpoint/2012/main" userId="18379d0bc65c62c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6D98B8-DAF8-4951-9B4B-97EBA993BE3F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0A8F0A-6E60-4B02-AF45-46624C24D65A}">
      <dgm:prSet phldrT="[Text]" phldr="0"/>
      <dgm:spPr/>
      <dgm:t>
        <a:bodyPr/>
        <a:lstStyle/>
        <a:p>
          <a:r>
            <a:rPr lang="en-US"/>
            <a:t>International</a:t>
          </a:r>
        </a:p>
      </dgm:t>
    </dgm:pt>
    <dgm:pt modelId="{7F7C316F-2B5E-45F0-BD15-81211D523283}" type="parTrans" cxnId="{BCEFE9A0-E292-435A-956C-7A4E99A99FA7}">
      <dgm:prSet/>
      <dgm:spPr/>
      <dgm:t>
        <a:bodyPr/>
        <a:lstStyle/>
        <a:p>
          <a:endParaRPr lang="en-US"/>
        </a:p>
      </dgm:t>
    </dgm:pt>
    <dgm:pt modelId="{41BD514B-0BF0-4307-8026-2E4CC7099F75}" type="sibTrans" cxnId="{BCEFE9A0-E292-435A-956C-7A4E99A99FA7}">
      <dgm:prSet/>
      <dgm:spPr/>
      <dgm:t>
        <a:bodyPr/>
        <a:lstStyle/>
        <a:p>
          <a:endParaRPr lang="en-US"/>
        </a:p>
      </dgm:t>
    </dgm:pt>
    <dgm:pt modelId="{AB8AB3E9-DD51-4CBB-8BAB-89713607ECE3}">
      <dgm:prSet phldrT="[Text]" phldr="0"/>
      <dgm:spPr>
        <a:solidFill>
          <a:srgbClr val="FF0000"/>
        </a:solidFill>
      </dgm:spPr>
      <dgm:t>
        <a:bodyPr/>
        <a:lstStyle/>
        <a:p>
          <a:r>
            <a:rPr lang="en-US" dirty="0"/>
            <a:t>United States</a:t>
          </a:r>
        </a:p>
      </dgm:t>
    </dgm:pt>
    <dgm:pt modelId="{9EE57D5B-D5EE-4E43-873C-51362E6E51BF}" type="parTrans" cxnId="{EF7B2C81-A419-4E24-B39E-A6794B4613DB}">
      <dgm:prSet/>
      <dgm:spPr/>
      <dgm:t>
        <a:bodyPr/>
        <a:lstStyle/>
        <a:p>
          <a:endParaRPr lang="en-US"/>
        </a:p>
      </dgm:t>
    </dgm:pt>
    <dgm:pt modelId="{60FEF103-0667-48E5-A4C5-35E746163DFB}" type="sibTrans" cxnId="{EF7B2C81-A419-4E24-B39E-A6794B4613DB}">
      <dgm:prSet/>
      <dgm:spPr/>
      <dgm:t>
        <a:bodyPr/>
        <a:lstStyle/>
        <a:p>
          <a:endParaRPr lang="en-US"/>
        </a:p>
      </dgm:t>
    </dgm:pt>
    <dgm:pt modelId="{14EE5A59-A2E5-4A04-8995-8A2796D97176}">
      <dgm:prSet phldrT="[Text]" phldr="0"/>
      <dgm:spPr>
        <a:solidFill>
          <a:srgbClr val="FF0000"/>
        </a:solidFill>
      </dgm:spPr>
      <dgm:t>
        <a:bodyPr/>
        <a:lstStyle/>
        <a:p>
          <a:r>
            <a:rPr lang="en-US" dirty="0"/>
            <a:t>Property &amp; Casualty</a:t>
          </a:r>
        </a:p>
      </dgm:t>
    </dgm:pt>
    <dgm:pt modelId="{DFC5539D-67C6-4F47-B523-FFCAA67248ED}" type="parTrans" cxnId="{1F3C6B25-8F11-4081-BA99-E59C2AFF6DAC}">
      <dgm:prSet/>
      <dgm:spPr/>
      <dgm:t>
        <a:bodyPr/>
        <a:lstStyle/>
        <a:p>
          <a:endParaRPr lang="en-US"/>
        </a:p>
      </dgm:t>
    </dgm:pt>
    <dgm:pt modelId="{2E721B67-B4E7-41BE-AC26-718DE8B5D807}" type="sibTrans" cxnId="{1F3C6B25-8F11-4081-BA99-E59C2AFF6DAC}">
      <dgm:prSet/>
      <dgm:spPr/>
      <dgm:t>
        <a:bodyPr/>
        <a:lstStyle/>
        <a:p>
          <a:endParaRPr lang="en-US"/>
        </a:p>
      </dgm:t>
    </dgm:pt>
    <dgm:pt modelId="{EA905C3D-CDEA-4790-B347-2CEB2096B778}">
      <dgm:prSet phldrT="[Text]" phldr="0"/>
      <dgm:spPr>
        <a:solidFill>
          <a:srgbClr val="FF0000"/>
        </a:solidFill>
      </dgm:spPr>
      <dgm:t>
        <a:bodyPr/>
        <a:lstStyle/>
        <a:p>
          <a:r>
            <a:rPr lang="en-US" dirty="0"/>
            <a:t>Pricing</a:t>
          </a:r>
        </a:p>
      </dgm:t>
    </dgm:pt>
    <dgm:pt modelId="{3F3282E3-A074-41DB-A747-B1A35D293DA7}" type="parTrans" cxnId="{C55E696A-00BE-4D5F-B028-F3E8AAF9149C}">
      <dgm:prSet/>
      <dgm:spPr/>
      <dgm:t>
        <a:bodyPr/>
        <a:lstStyle/>
        <a:p>
          <a:endParaRPr lang="en-US"/>
        </a:p>
      </dgm:t>
    </dgm:pt>
    <dgm:pt modelId="{4F87FB8E-E527-4FB8-8259-B9515FC1FCE9}" type="sibTrans" cxnId="{C55E696A-00BE-4D5F-B028-F3E8AAF9149C}">
      <dgm:prSet/>
      <dgm:spPr/>
      <dgm:t>
        <a:bodyPr/>
        <a:lstStyle/>
        <a:p>
          <a:endParaRPr lang="en-US"/>
        </a:p>
      </dgm:t>
    </dgm:pt>
    <dgm:pt modelId="{2EDEB660-0DB8-4B7F-B6DE-88BB47554392}">
      <dgm:prSet phldrT="[Text]" phldr="0"/>
      <dgm:spPr/>
      <dgm:t>
        <a:bodyPr/>
        <a:lstStyle/>
        <a:p>
          <a:r>
            <a:rPr lang="en-US" dirty="0"/>
            <a:t>Capital Modeling/ERM</a:t>
          </a:r>
        </a:p>
      </dgm:t>
    </dgm:pt>
    <dgm:pt modelId="{882D9FE4-FDAF-49FD-8589-BE6AC76813D6}" type="parTrans" cxnId="{E9B6BEF4-8A43-4F05-AB6B-4BDF1F3FD3D1}">
      <dgm:prSet/>
      <dgm:spPr/>
      <dgm:t>
        <a:bodyPr/>
        <a:lstStyle/>
        <a:p>
          <a:endParaRPr lang="en-US"/>
        </a:p>
      </dgm:t>
    </dgm:pt>
    <dgm:pt modelId="{15FA5B83-8D40-4891-93EE-2E2FEBC9F48C}" type="sibTrans" cxnId="{E9B6BEF4-8A43-4F05-AB6B-4BDF1F3FD3D1}">
      <dgm:prSet/>
      <dgm:spPr/>
      <dgm:t>
        <a:bodyPr/>
        <a:lstStyle/>
        <a:p>
          <a:endParaRPr lang="en-US"/>
        </a:p>
      </dgm:t>
    </dgm:pt>
    <dgm:pt modelId="{9A86BDED-AC45-4E11-9F19-D8F1BF462100}">
      <dgm:prSet phldrT="[Text]" phldr="0"/>
      <dgm:spPr/>
      <dgm:t>
        <a:bodyPr/>
        <a:lstStyle/>
        <a:p>
          <a:r>
            <a:rPr lang="en-US" dirty="0"/>
            <a:t>Catastrophe Modeling</a:t>
          </a:r>
        </a:p>
      </dgm:t>
    </dgm:pt>
    <dgm:pt modelId="{CFB66DB1-A9BB-43A1-803B-15A1958164F5}" type="parTrans" cxnId="{7D1A1C27-6ADE-49A2-AAD9-5BF1EB3E6D0A}">
      <dgm:prSet/>
      <dgm:spPr/>
      <dgm:t>
        <a:bodyPr/>
        <a:lstStyle/>
        <a:p>
          <a:endParaRPr lang="en-US"/>
        </a:p>
      </dgm:t>
    </dgm:pt>
    <dgm:pt modelId="{E55CC1D4-20E6-4D18-A059-D93643F3C2C2}" type="sibTrans" cxnId="{7D1A1C27-6ADE-49A2-AAD9-5BF1EB3E6D0A}">
      <dgm:prSet/>
      <dgm:spPr/>
      <dgm:t>
        <a:bodyPr/>
        <a:lstStyle/>
        <a:p>
          <a:endParaRPr lang="en-US"/>
        </a:p>
      </dgm:t>
    </dgm:pt>
    <dgm:pt modelId="{8290D958-5353-4757-A214-360534D3DA4D}">
      <dgm:prSet phldrT="[Text]" phldr="0"/>
      <dgm:spPr/>
      <dgm:t>
        <a:bodyPr/>
        <a:lstStyle/>
        <a:p>
          <a:r>
            <a:rPr lang="en-US" dirty="0"/>
            <a:t>Reinsurance</a:t>
          </a:r>
        </a:p>
      </dgm:t>
    </dgm:pt>
    <dgm:pt modelId="{ECFBC3B0-BE4E-4D7C-A78D-39E3EF2181A9}" type="parTrans" cxnId="{22D90924-F7F7-4382-9FA8-A6EDC89A3251}">
      <dgm:prSet/>
      <dgm:spPr/>
      <dgm:t>
        <a:bodyPr/>
        <a:lstStyle/>
        <a:p>
          <a:endParaRPr lang="en-US"/>
        </a:p>
      </dgm:t>
    </dgm:pt>
    <dgm:pt modelId="{3146C5E1-5CE0-48C9-BBDA-D98A056DB595}" type="sibTrans" cxnId="{22D90924-F7F7-4382-9FA8-A6EDC89A3251}">
      <dgm:prSet/>
      <dgm:spPr/>
      <dgm:t>
        <a:bodyPr/>
        <a:lstStyle/>
        <a:p>
          <a:endParaRPr lang="en-US"/>
        </a:p>
      </dgm:t>
    </dgm:pt>
    <dgm:pt modelId="{931EC789-36EF-48B7-A404-54F8E65F176D}">
      <dgm:prSet phldrT="[Text]" phldr="0"/>
      <dgm:spPr/>
      <dgm:t>
        <a:bodyPr/>
        <a:lstStyle/>
        <a:p>
          <a:r>
            <a:rPr lang="en-US" dirty="0"/>
            <a:t>Other</a:t>
          </a:r>
        </a:p>
      </dgm:t>
    </dgm:pt>
    <dgm:pt modelId="{DCC5D489-6D96-4FA7-B757-A3F2D8D0DD48}" type="parTrans" cxnId="{581B4F28-FEE0-420A-BD23-995B1D59DC03}">
      <dgm:prSet/>
      <dgm:spPr/>
      <dgm:t>
        <a:bodyPr/>
        <a:lstStyle/>
        <a:p>
          <a:endParaRPr lang="en-US"/>
        </a:p>
      </dgm:t>
    </dgm:pt>
    <dgm:pt modelId="{2247264A-6062-49C7-B1EB-2BFD82353A44}" type="sibTrans" cxnId="{581B4F28-FEE0-420A-BD23-995B1D59DC03}">
      <dgm:prSet/>
      <dgm:spPr/>
      <dgm:t>
        <a:bodyPr/>
        <a:lstStyle/>
        <a:p>
          <a:endParaRPr lang="en-US"/>
        </a:p>
      </dgm:t>
    </dgm:pt>
    <dgm:pt modelId="{E35DD1A4-D1C9-43AF-B310-C977E37E0427}">
      <dgm:prSet phldrT="[Text]" phldr="0"/>
      <dgm:spPr/>
      <dgm:t>
        <a:bodyPr/>
        <a:lstStyle/>
        <a:p>
          <a:r>
            <a:rPr lang="en-US" dirty="0"/>
            <a:t>Personal Lines</a:t>
          </a:r>
        </a:p>
      </dgm:t>
    </dgm:pt>
    <dgm:pt modelId="{CFA984A2-7ED2-40EB-AB12-5E608253B976}" type="parTrans" cxnId="{CB6C29A8-B2A8-4C2E-B2F9-AAF25F52F528}">
      <dgm:prSet/>
      <dgm:spPr/>
      <dgm:t>
        <a:bodyPr/>
        <a:lstStyle/>
        <a:p>
          <a:endParaRPr lang="en-US"/>
        </a:p>
      </dgm:t>
    </dgm:pt>
    <dgm:pt modelId="{FD915F99-318C-4138-8381-FF49311630FE}" type="sibTrans" cxnId="{CB6C29A8-B2A8-4C2E-B2F9-AAF25F52F528}">
      <dgm:prSet/>
      <dgm:spPr/>
      <dgm:t>
        <a:bodyPr/>
        <a:lstStyle/>
        <a:p>
          <a:endParaRPr lang="en-US"/>
        </a:p>
      </dgm:t>
    </dgm:pt>
    <dgm:pt modelId="{AA6431D5-2A80-4E49-8FDA-CFEF387103F7}">
      <dgm:prSet phldrT="[Text]" phldr="0"/>
      <dgm:spPr>
        <a:solidFill>
          <a:srgbClr val="FF0000"/>
        </a:solidFill>
      </dgm:spPr>
      <dgm:t>
        <a:bodyPr/>
        <a:lstStyle/>
        <a:p>
          <a:r>
            <a:rPr lang="en-US"/>
            <a:t>Commercial </a:t>
          </a:r>
          <a:r>
            <a:rPr lang="en-US" dirty="0"/>
            <a:t>Lines</a:t>
          </a:r>
        </a:p>
      </dgm:t>
    </dgm:pt>
    <dgm:pt modelId="{F01D48F7-88C5-4268-9C8E-606A175C5607}" type="parTrans" cxnId="{E922B202-F8B2-480F-84F1-A036805B5B85}">
      <dgm:prSet/>
      <dgm:spPr/>
      <dgm:t>
        <a:bodyPr/>
        <a:lstStyle/>
        <a:p>
          <a:endParaRPr lang="en-US"/>
        </a:p>
      </dgm:t>
    </dgm:pt>
    <dgm:pt modelId="{B3378150-0C8B-4221-B0A8-E068C550871B}" type="sibTrans" cxnId="{E922B202-F8B2-480F-84F1-A036805B5B85}">
      <dgm:prSet/>
      <dgm:spPr/>
      <dgm:t>
        <a:bodyPr/>
        <a:lstStyle/>
        <a:p>
          <a:endParaRPr lang="en-US"/>
        </a:p>
      </dgm:t>
    </dgm:pt>
    <dgm:pt modelId="{84A70A00-BC5F-4769-A89F-EEBB9D157110}">
      <dgm:prSet phldrT="[Text]" phldr="0"/>
      <dgm:spPr/>
      <dgm:t>
        <a:bodyPr/>
        <a:lstStyle/>
        <a:p>
          <a:r>
            <a:rPr lang="en-US"/>
            <a:t>General Liability</a:t>
          </a:r>
          <a:endParaRPr lang="en-US" dirty="0"/>
        </a:p>
      </dgm:t>
    </dgm:pt>
    <dgm:pt modelId="{BD0956CE-F057-41F1-8110-CF8D7057D92B}" type="parTrans" cxnId="{47B97E99-6A8D-4B77-809E-1FA71DFA3769}">
      <dgm:prSet/>
      <dgm:spPr/>
      <dgm:t>
        <a:bodyPr/>
        <a:lstStyle/>
        <a:p>
          <a:endParaRPr lang="en-US"/>
        </a:p>
      </dgm:t>
    </dgm:pt>
    <dgm:pt modelId="{B78AC627-DE78-4223-A43F-3E2B1BA2E1D1}" type="sibTrans" cxnId="{47B97E99-6A8D-4B77-809E-1FA71DFA3769}">
      <dgm:prSet/>
      <dgm:spPr/>
      <dgm:t>
        <a:bodyPr/>
        <a:lstStyle/>
        <a:p>
          <a:endParaRPr lang="en-US"/>
        </a:p>
      </dgm:t>
    </dgm:pt>
    <dgm:pt modelId="{52D4BD4B-5E4D-46BF-9307-9BE4235D86F5}">
      <dgm:prSet phldrT="[Text]" phldr="0"/>
      <dgm:spPr/>
      <dgm:t>
        <a:bodyPr/>
        <a:lstStyle/>
        <a:p>
          <a:r>
            <a:rPr lang="en-US"/>
            <a:t>Commercial Property</a:t>
          </a:r>
          <a:endParaRPr lang="en-US" dirty="0"/>
        </a:p>
      </dgm:t>
    </dgm:pt>
    <dgm:pt modelId="{99D9B0BE-326E-4D9D-8736-EDD1FBEA1CE8}" type="parTrans" cxnId="{B5713782-8A67-4161-BB6C-E7057C5ED178}">
      <dgm:prSet/>
      <dgm:spPr/>
      <dgm:t>
        <a:bodyPr/>
        <a:lstStyle/>
        <a:p>
          <a:endParaRPr lang="en-US"/>
        </a:p>
      </dgm:t>
    </dgm:pt>
    <dgm:pt modelId="{A8C9038F-D9DE-4602-A94D-1066CCEB319D}" type="sibTrans" cxnId="{B5713782-8A67-4161-BB6C-E7057C5ED178}">
      <dgm:prSet/>
      <dgm:spPr/>
      <dgm:t>
        <a:bodyPr/>
        <a:lstStyle/>
        <a:p>
          <a:endParaRPr lang="en-US"/>
        </a:p>
      </dgm:t>
    </dgm:pt>
    <dgm:pt modelId="{33559093-8E0B-4967-BE0A-BEC5858008E0}">
      <dgm:prSet phldrT="[Text]" phldr="0"/>
      <dgm:spPr/>
      <dgm:t>
        <a:bodyPr/>
        <a:lstStyle/>
        <a:p>
          <a:r>
            <a:rPr lang="en-US" dirty="0"/>
            <a:t>Worker’s Compensation</a:t>
          </a:r>
        </a:p>
      </dgm:t>
    </dgm:pt>
    <dgm:pt modelId="{EC7EA8D3-AA5E-4CE5-B8FC-D73BBB9F6C06}" type="parTrans" cxnId="{FFF73D5F-04F3-47A3-A3EB-90F847CF132C}">
      <dgm:prSet/>
      <dgm:spPr/>
      <dgm:t>
        <a:bodyPr/>
        <a:lstStyle/>
        <a:p>
          <a:endParaRPr lang="en-US"/>
        </a:p>
      </dgm:t>
    </dgm:pt>
    <dgm:pt modelId="{485FD0BA-4786-4D71-95B8-225D9D3166B8}" type="sibTrans" cxnId="{FFF73D5F-04F3-47A3-A3EB-90F847CF132C}">
      <dgm:prSet/>
      <dgm:spPr/>
      <dgm:t>
        <a:bodyPr/>
        <a:lstStyle/>
        <a:p>
          <a:endParaRPr lang="en-US"/>
        </a:p>
      </dgm:t>
    </dgm:pt>
    <dgm:pt modelId="{A3E93BBC-AAC2-4F71-A322-9B04AF080109}">
      <dgm:prSet phldrT="[Text]" phldr="0"/>
      <dgm:spPr>
        <a:solidFill>
          <a:srgbClr val="FF0000"/>
        </a:solidFill>
      </dgm:spPr>
      <dgm:t>
        <a:bodyPr/>
        <a:lstStyle/>
        <a:p>
          <a:r>
            <a:rPr lang="en-US" dirty="0"/>
            <a:t>Commercial Auto</a:t>
          </a:r>
        </a:p>
      </dgm:t>
    </dgm:pt>
    <dgm:pt modelId="{3619BF5D-2917-4340-B98E-2D5F69A04715}" type="parTrans" cxnId="{9CE99EDA-58B5-4979-B712-0027AF3C60C1}">
      <dgm:prSet/>
      <dgm:spPr/>
      <dgm:t>
        <a:bodyPr/>
        <a:lstStyle/>
        <a:p>
          <a:endParaRPr lang="en-US"/>
        </a:p>
      </dgm:t>
    </dgm:pt>
    <dgm:pt modelId="{3BC8A7F9-DB74-4144-96C1-CF274CB0DEF0}" type="sibTrans" cxnId="{9CE99EDA-58B5-4979-B712-0027AF3C60C1}">
      <dgm:prSet/>
      <dgm:spPr/>
      <dgm:t>
        <a:bodyPr/>
        <a:lstStyle/>
        <a:p>
          <a:endParaRPr lang="en-US"/>
        </a:p>
      </dgm:t>
    </dgm:pt>
    <dgm:pt modelId="{ECB7BD09-D4A7-457A-A0FF-1FC8E2897A61}">
      <dgm:prSet phldrT="[Text]" phldr="0"/>
      <dgm:spPr/>
      <dgm:t>
        <a:bodyPr/>
        <a:lstStyle/>
        <a:p>
          <a:r>
            <a:rPr lang="en-US"/>
            <a:t>Reserving</a:t>
          </a:r>
          <a:endParaRPr lang="en-US" dirty="0"/>
        </a:p>
      </dgm:t>
    </dgm:pt>
    <dgm:pt modelId="{2CE2D05A-6F99-4B6A-99A9-83B03EA0ABFB}" type="parTrans" cxnId="{BF13213C-896B-402C-90C4-A750C6CBE153}">
      <dgm:prSet/>
      <dgm:spPr/>
      <dgm:t>
        <a:bodyPr/>
        <a:lstStyle/>
        <a:p>
          <a:endParaRPr lang="en-US"/>
        </a:p>
      </dgm:t>
    </dgm:pt>
    <dgm:pt modelId="{FA7B1768-B8C6-4E99-A868-735968D59869}" type="sibTrans" cxnId="{BF13213C-896B-402C-90C4-A750C6CBE153}">
      <dgm:prSet/>
      <dgm:spPr/>
      <dgm:t>
        <a:bodyPr/>
        <a:lstStyle/>
        <a:p>
          <a:endParaRPr lang="en-US"/>
        </a:p>
      </dgm:t>
    </dgm:pt>
    <dgm:pt modelId="{1C49AC92-B826-42C1-8259-91B848E652BF}">
      <dgm:prSet phldrT="[Text]" phldr="0"/>
      <dgm:spPr/>
      <dgm:t>
        <a:bodyPr/>
        <a:lstStyle/>
        <a:p>
          <a:endParaRPr lang="en-US" dirty="0"/>
        </a:p>
      </dgm:t>
    </dgm:pt>
    <dgm:pt modelId="{04434E49-5571-4CBF-8596-D75AF1F3515F}" type="parTrans" cxnId="{F0586A37-E209-4694-B26F-036A4DEEB905}">
      <dgm:prSet/>
      <dgm:spPr/>
      <dgm:t>
        <a:bodyPr/>
        <a:lstStyle/>
        <a:p>
          <a:endParaRPr lang="en-US"/>
        </a:p>
      </dgm:t>
    </dgm:pt>
    <dgm:pt modelId="{5B5AC796-E7CC-4513-8428-717AEB0B3A51}" type="sibTrans" cxnId="{F0586A37-E209-4694-B26F-036A4DEEB905}">
      <dgm:prSet/>
      <dgm:spPr/>
      <dgm:t>
        <a:bodyPr/>
        <a:lstStyle/>
        <a:p>
          <a:endParaRPr lang="en-US"/>
        </a:p>
      </dgm:t>
    </dgm:pt>
    <dgm:pt modelId="{88BC6B09-78A2-466E-A3DF-1B3292F95F50}">
      <dgm:prSet phldrT="[Text]" phldr="0"/>
      <dgm:spPr/>
      <dgm:t>
        <a:bodyPr/>
        <a:lstStyle/>
        <a:p>
          <a:r>
            <a:rPr lang="en-US" dirty="0"/>
            <a:t>Everything Else</a:t>
          </a:r>
        </a:p>
      </dgm:t>
    </dgm:pt>
    <dgm:pt modelId="{E7A76A23-CE43-4DE4-9CFF-425DD0856E9D}" type="parTrans" cxnId="{C0B7A91F-ECDE-473A-8EFB-44C353E28126}">
      <dgm:prSet/>
      <dgm:spPr/>
      <dgm:t>
        <a:bodyPr/>
        <a:lstStyle/>
        <a:p>
          <a:endParaRPr lang="en-US"/>
        </a:p>
      </dgm:t>
    </dgm:pt>
    <dgm:pt modelId="{2E65730F-C4D8-4705-BFFE-47A9C9B50D46}" type="sibTrans" cxnId="{C0B7A91F-ECDE-473A-8EFB-44C353E28126}">
      <dgm:prSet/>
      <dgm:spPr/>
      <dgm:t>
        <a:bodyPr/>
        <a:lstStyle/>
        <a:p>
          <a:endParaRPr lang="en-US"/>
        </a:p>
      </dgm:t>
    </dgm:pt>
    <dgm:pt modelId="{F9034E05-203D-4E10-B8DE-36B3A2052C51}" type="pres">
      <dgm:prSet presAssocID="{2D6D98B8-DAF8-4951-9B4B-97EBA993BE3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7680D4D-6C2E-4D65-8E78-5C0FC7826424}" type="pres">
      <dgm:prSet presAssocID="{190A8F0A-6E60-4B02-AF45-46624C24D65A}" presName="hierRoot1" presStyleCnt="0">
        <dgm:presLayoutVars>
          <dgm:hierBranch val="init"/>
        </dgm:presLayoutVars>
      </dgm:prSet>
      <dgm:spPr/>
    </dgm:pt>
    <dgm:pt modelId="{5E90B65E-7301-491E-8107-709EA80C21B9}" type="pres">
      <dgm:prSet presAssocID="{190A8F0A-6E60-4B02-AF45-46624C24D65A}" presName="rootComposite1" presStyleCnt="0"/>
      <dgm:spPr/>
    </dgm:pt>
    <dgm:pt modelId="{40F0136A-C539-4468-9DF8-6D07D5549D47}" type="pres">
      <dgm:prSet presAssocID="{190A8F0A-6E60-4B02-AF45-46624C24D65A}" presName="rootText1" presStyleLbl="node0" presStyleIdx="0" presStyleCnt="2">
        <dgm:presLayoutVars>
          <dgm:chPref val="3"/>
        </dgm:presLayoutVars>
      </dgm:prSet>
      <dgm:spPr/>
    </dgm:pt>
    <dgm:pt modelId="{7F67CB47-0FDB-42F5-BD07-20B385B82104}" type="pres">
      <dgm:prSet presAssocID="{190A8F0A-6E60-4B02-AF45-46624C24D65A}" presName="rootConnector1" presStyleLbl="node1" presStyleIdx="0" presStyleCnt="0"/>
      <dgm:spPr/>
    </dgm:pt>
    <dgm:pt modelId="{6858BC82-CCE1-49AE-B96D-8CBC2E16B4FC}" type="pres">
      <dgm:prSet presAssocID="{190A8F0A-6E60-4B02-AF45-46624C24D65A}" presName="hierChild2" presStyleCnt="0"/>
      <dgm:spPr/>
    </dgm:pt>
    <dgm:pt modelId="{8CF8A5F1-3C02-48AD-A23D-D2642BEC3533}" type="pres">
      <dgm:prSet presAssocID="{190A8F0A-6E60-4B02-AF45-46624C24D65A}" presName="hierChild3" presStyleCnt="0"/>
      <dgm:spPr/>
    </dgm:pt>
    <dgm:pt modelId="{2857310E-2533-4A1A-A241-AA7544621FC1}" type="pres">
      <dgm:prSet presAssocID="{AB8AB3E9-DD51-4CBB-8BAB-89713607ECE3}" presName="hierRoot1" presStyleCnt="0">
        <dgm:presLayoutVars>
          <dgm:hierBranch val="init"/>
        </dgm:presLayoutVars>
      </dgm:prSet>
      <dgm:spPr/>
    </dgm:pt>
    <dgm:pt modelId="{E5689B6F-13C0-40C2-8364-ADC4F6696561}" type="pres">
      <dgm:prSet presAssocID="{AB8AB3E9-DD51-4CBB-8BAB-89713607ECE3}" presName="rootComposite1" presStyleCnt="0"/>
      <dgm:spPr/>
    </dgm:pt>
    <dgm:pt modelId="{E7729135-16AE-4C13-BA90-FC32BF43256E}" type="pres">
      <dgm:prSet presAssocID="{AB8AB3E9-DD51-4CBB-8BAB-89713607ECE3}" presName="rootText1" presStyleLbl="node0" presStyleIdx="1" presStyleCnt="2">
        <dgm:presLayoutVars>
          <dgm:chPref val="3"/>
        </dgm:presLayoutVars>
      </dgm:prSet>
      <dgm:spPr/>
    </dgm:pt>
    <dgm:pt modelId="{2FCDC12D-D30A-4E6B-80CB-29F98CEABE47}" type="pres">
      <dgm:prSet presAssocID="{AB8AB3E9-DD51-4CBB-8BAB-89713607ECE3}" presName="rootConnector1" presStyleLbl="node1" presStyleIdx="0" presStyleCnt="0"/>
      <dgm:spPr/>
    </dgm:pt>
    <dgm:pt modelId="{13DCF5E1-33DD-4360-B7CA-2FD9D7A91D8F}" type="pres">
      <dgm:prSet presAssocID="{AB8AB3E9-DD51-4CBB-8BAB-89713607ECE3}" presName="hierChild2" presStyleCnt="0"/>
      <dgm:spPr/>
    </dgm:pt>
    <dgm:pt modelId="{68CD92E2-C974-499B-AAC1-72F98EAFDB45}" type="pres">
      <dgm:prSet presAssocID="{DFC5539D-67C6-4F47-B523-FFCAA67248ED}" presName="Name37" presStyleLbl="parChTrans1D2" presStyleIdx="0" presStyleCnt="2"/>
      <dgm:spPr/>
    </dgm:pt>
    <dgm:pt modelId="{EFA42985-6A91-4D01-A927-7F211B78B549}" type="pres">
      <dgm:prSet presAssocID="{14EE5A59-A2E5-4A04-8995-8A2796D97176}" presName="hierRoot2" presStyleCnt="0">
        <dgm:presLayoutVars>
          <dgm:hierBranch val="init"/>
        </dgm:presLayoutVars>
      </dgm:prSet>
      <dgm:spPr/>
    </dgm:pt>
    <dgm:pt modelId="{6E3FEFC2-7841-4D77-BC57-F157BBDC3684}" type="pres">
      <dgm:prSet presAssocID="{14EE5A59-A2E5-4A04-8995-8A2796D97176}" presName="rootComposite" presStyleCnt="0"/>
      <dgm:spPr/>
    </dgm:pt>
    <dgm:pt modelId="{F35176F3-318E-491E-8C06-6ED7E7F7CFEF}" type="pres">
      <dgm:prSet presAssocID="{14EE5A59-A2E5-4A04-8995-8A2796D97176}" presName="rootText" presStyleLbl="node2" presStyleIdx="0" presStyleCnt="2">
        <dgm:presLayoutVars>
          <dgm:chPref val="3"/>
        </dgm:presLayoutVars>
      </dgm:prSet>
      <dgm:spPr/>
    </dgm:pt>
    <dgm:pt modelId="{288E6554-7BBA-4788-8733-D4A3FFC9EE73}" type="pres">
      <dgm:prSet presAssocID="{14EE5A59-A2E5-4A04-8995-8A2796D97176}" presName="rootConnector" presStyleLbl="node2" presStyleIdx="0" presStyleCnt="2"/>
      <dgm:spPr/>
    </dgm:pt>
    <dgm:pt modelId="{2351F1CF-F0D4-437E-9A93-3F1B0243FC6D}" type="pres">
      <dgm:prSet presAssocID="{14EE5A59-A2E5-4A04-8995-8A2796D97176}" presName="hierChild4" presStyleCnt="0"/>
      <dgm:spPr/>
    </dgm:pt>
    <dgm:pt modelId="{08A268A1-B647-4F64-B53D-5E42ADD60F7E}" type="pres">
      <dgm:prSet presAssocID="{3F3282E3-A074-41DB-A747-B1A35D293DA7}" presName="Name37" presStyleLbl="parChTrans1D3" presStyleIdx="0" presStyleCnt="6"/>
      <dgm:spPr/>
    </dgm:pt>
    <dgm:pt modelId="{88B7E96E-B518-4597-B9AE-8F9E7135795D}" type="pres">
      <dgm:prSet presAssocID="{EA905C3D-CDEA-4790-B347-2CEB2096B778}" presName="hierRoot2" presStyleCnt="0">
        <dgm:presLayoutVars>
          <dgm:hierBranch val="init"/>
        </dgm:presLayoutVars>
      </dgm:prSet>
      <dgm:spPr/>
    </dgm:pt>
    <dgm:pt modelId="{E7BDB3E4-73E8-40F1-B0C3-B43AB7BE24DE}" type="pres">
      <dgm:prSet presAssocID="{EA905C3D-CDEA-4790-B347-2CEB2096B778}" presName="rootComposite" presStyleCnt="0"/>
      <dgm:spPr/>
    </dgm:pt>
    <dgm:pt modelId="{C4EE8943-EEE1-4FBE-B4B4-038F2E87CBD2}" type="pres">
      <dgm:prSet presAssocID="{EA905C3D-CDEA-4790-B347-2CEB2096B778}" presName="rootText" presStyleLbl="node3" presStyleIdx="0" presStyleCnt="6">
        <dgm:presLayoutVars>
          <dgm:chPref val="3"/>
        </dgm:presLayoutVars>
      </dgm:prSet>
      <dgm:spPr/>
    </dgm:pt>
    <dgm:pt modelId="{EE032A5C-8F47-4E71-8D69-1C28E70D4B30}" type="pres">
      <dgm:prSet presAssocID="{EA905C3D-CDEA-4790-B347-2CEB2096B778}" presName="rootConnector" presStyleLbl="node3" presStyleIdx="0" presStyleCnt="6"/>
      <dgm:spPr/>
    </dgm:pt>
    <dgm:pt modelId="{704B9211-C27E-421F-B2EE-27EF92C5F3DB}" type="pres">
      <dgm:prSet presAssocID="{EA905C3D-CDEA-4790-B347-2CEB2096B778}" presName="hierChild4" presStyleCnt="0"/>
      <dgm:spPr/>
    </dgm:pt>
    <dgm:pt modelId="{D7990B88-BCA1-44B1-937D-86C1D9EF31C9}" type="pres">
      <dgm:prSet presAssocID="{CFA984A2-7ED2-40EB-AB12-5E608253B976}" presName="Name37" presStyleLbl="parChTrans1D4" presStyleIdx="0" presStyleCnt="7"/>
      <dgm:spPr/>
    </dgm:pt>
    <dgm:pt modelId="{53CE8F3A-1136-4E2C-B09C-63934C357F84}" type="pres">
      <dgm:prSet presAssocID="{E35DD1A4-D1C9-43AF-B310-C977E37E0427}" presName="hierRoot2" presStyleCnt="0">
        <dgm:presLayoutVars>
          <dgm:hierBranch val="init"/>
        </dgm:presLayoutVars>
      </dgm:prSet>
      <dgm:spPr/>
    </dgm:pt>
    <dgm:pt modelId="{B84A5453-E560-47A5-95A6-7D76932344D1}" type="pres">
      <dgm:prSet presAssocID="{E35DD1A4-D1C9-43AF-B310-C977E37E0427}" presName="rootComposite" presStyleCnt="0"/>
      <dgm:spPr/>
    </dgm:pt>
    <dgm:pt modelId="{A290E5C6-5589-49D0-AE1C-0C4D693FD110}" type="pres">
      <dgm:prSet presAssocID="{E35DD1A4-D1C9-43AF-B310-C977E37E0427}" presName="rootText" presStyleLbl="node4" presStyleIdx="0" presStyleCnt="7">
        <dgm:presLayoutVars>
          <dgm:chPref val="3"/>
        </dgm:presLayoutVars>
      </dgm:prSet>
      <dgm:spPr/>
    </dgm:pt>
    <dgm:pt modelId="{C88EA3C1-47D0-4927-85D5-1F9D037958DE}" type="pres">
      <dgm:prSet presAssocID="{E35DD1A4-D1C9-43AF-B310-C977E37E0427}" presName="rootConnector" presStyleLbl="node4" presStyleIdx="0" presStyleCnt="7"/>
      <dgm:spPr/>
    </dgm:pt>
    <dgm:pt modelId="{3AC047DA-D070-44F4-93E6-8EDE6E18BB5C}" type="pres">
      <dgm:prSet presAssocID="{E35DD1A4-D1C9-43AF-B310-C977E37E0427}" presName="hierChild4" presStyleCnt="0"/>
      <dgm:spPr/>
    </dgm:pt>
    <dgm:pt modelId="{2A4CB01D-3EF6-437F-AA34-959249060313}" type="pres">
      <dgm:prSet presAssocID="{E35DD1A4-D1C9-43AF-B310-C977E37E0427}" presName="hierChild5" presStyleCnt="0"/>
      <dgm:spPr/>
    </dgm:pt>
    <dgm:pt modelId="{E5357450-A640-4E39-8A9D-DEA08B94AE0C}" type="pres">
      <dgm:prSet presAssocID="{F01D48F7-88C5-4268-9C8E-606A175C5607}" presName="Name37" presStyleLbl="parChTrans1D4" presStyleIdx="1" presStyleCnt="7"/>
      <dgm:spPr/>
    </dgm:pt>
    <dgm:pt modelId="{99180BA7-5B56-4F9C-A5C5-4ED8C7A82852}" type="pres">
      <dgm:prSet presAssocID="{AA6431D5-2A80-4E49-8FDA-CFEF387103F7}" presName="hierRoot2" presStyleCnt="0">
        <dgm:presLayoutVars>
          <dgm:hierBranch val="init"/>
        </dgm:presLayoutVars>
      </dgm:prSet>
      <dgm:spPr/>
    </dgm:pt>
    <dgm:pt modelId="{6A70CE30-C476-4744-86E7-23B92BB5DCE7}" type="pres">
      <dgm:prSet presAssocID="{AA6431D5-2A80-4E49-8FDA-CFEF387103F7}" presName="rootComposite" presStyleCnt="0"/>
      <dgm:spPr/>
    </dgm:pt>
    <dgm:pt modelId="{1F8C93D2-454E-485E-ABAF-8D5D7642B0F3}" type="pres">
      <dgm:prSet presAssocID="{AA6431D5-2A80-4E49-8FDA-CFEF387103F7}" presName="rootText" presStyleLbl="node4" presStyleIdx="1" presStyleCnt="7">
        <dgm:presLayoutVars>
          <dgm:chPref val="3"/>
        </dgm:presLayoutVars>
      </dgm:prSet>
      <dgm:spPr/>
    </dgm:pt>
    <dgm:pt modelId="{63DAABBC-FC93-4542-8E1D-2BEC5FA4B838}" type="pres">
      <dgm:prSet presAssocID="{AA6431D5-2A80-4E49-8FDA-CFEF387103F7}" presName="rootConnector" presStyleLbl="node4" presStyleIdx="1" presStyleCnt="7"/>
      <dgm:spPr/>
    </dgm:pt>
    <dgm:pt modelId="{EF795E54-BA88-42BE-B073-519AE4437059}" type="pres">
      <dgm:prSet presAssocID="{AA6431D5-2A80-4E49-8FDA-CFEF387103F7}" presName="hierChild4" presStyleCnt="0"/>
      <dgm:spPr/>
    </dgm:pt>
    <dgm:pt modelId="{E422B16C-7732-4FD9-9B1E-7863FD02435D}" type="pres">
      <dgm:prSet presAssocID="{BD0956CE-F057-41F1-8110-CF8D7057D92B}" presName="Name37" presStyleLbl="parChTrans1D4" presStyleIdx="2" presStyleCnt="7"/>
      <dgm:spPr/>
    </dgm:pt>
    <dgm:pt modelId="{9291FB8F-5BB1-455A-A960-3DC8C92AA98E}" type="pres">
      <dgm:prSet presAssocID="{84A70A00-BC5F-4769-A89F-EEBB9D157110}" presName="hierRoot2" presStyleCnt="0">
        <dgm:presLayoutVars>
          <dgm:hierBranch val="init"/>
        </dgm:presLayoutVars>
      </dgm:prSet>
      <dgm:spPr/>
    </dgm:pt>
    <dgm:pt modelId="{C8C79BED-8530-4713-8CE4-17B61F84ADE3}" type="pres">
      <dgm:prSet presAssocID="{84A70A00-BC5F-4769-A89F-EEBB9D157110}" presName="rootComposite" presStyleCnt="0"/>
      <dgm:spPr/>
    </dgm:pt>
    <dgm:pt modelId="{14ACD413-E698-4968-A034-B1EBA51E6F52}" type="pres">
      <dgm:prSet presAssocID="{84A70A00-BC5F-4769-A89F-EEBB9D157110}" presName="rootText" presStyleLbl="node4" presStyleIdx="2" presStyleCnt="7">
        <dgm:presLayoutVars>
          <dgm:chPref val="3"/>
        </dgm:presLayoutVars>
      </dgm:prSet>
      <dgm:spPr/>
    </dgm:pt>
    <dgm:pt modelId="{E2D9471F-B4FE-47D7-8246-3DE3255E4B6A}" type="pres">
      <dgm:prSet presAssocID="{84A70A00-BC5F-4769-A89F-EEBB9D157110}" presName="rootConnector" presStyleLbl="node4" presStyleIdx="2" presStyleCnt="7"/>
      <dgm:spPr/>
    </dgm:pt>
    <dgm:pt modelId="{33A4022E-0092-4F0A-A1EF-E795C8BC3344}" type="pres">
      <dgm:prSet presAssocID="{84A70A00-BC5F-4769-A89F-EEBB9D157110}" presName="hierChild4" presStyleCnt="0"/>
      <dgm:spPr/>
    </dgm:pt>
    <dgm:pt modelId="{EEC1B357-761E-4088-8426-4143D464701B}" type="pres">
      <dgm:prSet presAssocID="{84A70A00-BC5F-4769-A89F-EEBB9D157110}" presName="hierChild5" presStyleCnt="0"/>
      <dgm:spPr/>
    </dgm:pt>
    <dgm:pt modelId="{64C9E602-A508-4031-94D1-B60C7D6B6733}" type="pres">
      <dgm:prSet presAssocID="{99D9B0BE-326E-4D9D-8736-EDD1FBEA1CE8}" presName="Name37" presStyleLbl="parChTrans1D4" presStyleIdx="3" presStyleCnt="7"/>
      <dgm:spPr/>
    </dgm:pt>
    <dgm:pt modelId="{BA9603D5-F3E4-453E-BC18-BB11B74ECB7C}" type="pres">
      <dgm:prSet presAssocID="{52D4BD4B-5E4D-46BF-9307-9BE4235D86F5}" presName="hierRoot2" presStyleCnt="0">
        <dgm:presLayoutVars>
          <dgm:hierBranch val="init"/>
        </dgm:presLayoutVars>
      </dgm:prSet>
      <dgm:spPr/>
    </dgm:pt>
    <dgm:pt modelId="{F8C347AA-7ECB-451C-9743-335A5CBE7826}" type="pres">
      <dgm:prSet presAssocID="{52D4BD4B-5E4D-46BF-9307-9BE4235D86F5}" presName="rootComposite" presStyleCnt="0"/>
      <dgm:spPr/>
    </dgm:pt>
    <dgm:pt modelId="{5872CE27-0FC0-4BB4-AE0E-65D56EFD2E1C}" type="pres">
      <dgm:prSet presAssocID="{52D4BD4B-5E4D-46BF-9307-9BE4235D86F5}" presName="rootText" presStyleLbl="node4" presStyleIdx="3" presStyleCnt="7">
        <dgm:presLayoutVars>
          <dgm:chPref val="3"/>
        </dgm:presLayoutVars>
      </dgm:prSet>
      <dgm:spPr/>
    </dgm:pt>
    <dgm:pt modelId="{9E9DCD4E-75F0-4618-B08C-18ADA7DBC905}" type="pres">
      <dgm:prSet presAssocID="{52D4BD4B-5E4D-46BF-9307-9BE4235D86F5}" presName="rootConnector" presStyleLbl="node4" presStyleIdx="3" presStyleCnt="7"/>
      <dgm:spPr/>
    </dgm:pt>
    <dgm:pt modelId="{FAB40F8A-40EB-497D-893F-62B40AD89A37}" type="pres">
      <dgm:prSet presAssocID="{52D4BD4B-5E4D-46BF-9307-9BE4235D86F5}" presName="hierChild4" presStyleCnt="0"/>
      <dgm:spPr/>
    </dgm:pt>
    <dgm:pt modelId="{15B2F5D5-D70A-43F4-8D4E-579F36D7874C}" type="pres">
      <dgm:prSet presAssocID="{52D4BD4B-5E4D-46BF-9307-9BE4235D86F5}" presName="hierChild5" presStyleCnt="0"/>
      <dgm:spPr/>
    </dgm:pt>
    <dgm:pt modelId="{EFA0F54D-8A6F-4C3C-8204-C9848EBA6527}" type="pres">
      <dgm:prSet presAssocID="{EC7EA8D3-AA5E-4CE5-B8FC-D73BBB9F6C06}" presName="Name37" presStyleLbl="parChTrans1D4" presStyleIdx="4" presStyleCnt="7"/>
      <dgm:spPr/>
    </dgm:pt>
    <dgm:pt modelId="{B07ADC55-FA35-4884-AEEF-D34C766B62EF}" type="pres">
      <dgm:prSet presAssocID="{33559093-8E0B-4967-BE0A-BEC5858008E0}" presName="hierRoot2" presStyleCnt="0">
        <dgm:presLayoutVars>
          <dgm:hierBranch val="init"/>
        </dgm:presLayoutVars>
      </dgm:prSet>
      <dgm:spPr/>
    </dgm:pt>
    <dgm:pt modelId="{4B5F4207-1175-40C1-B7AC-A69A73E61929}" type="pres">
      <dgm:prSet presAssocID="{33559093-8E0B-4967-BE0A-BEC5858008E0}" presName="rootComposite" presStyleCnt="0"/>
      <dgm:spPr/>
    </dgm:pt>
    <dgm:pt modelId="{7136A46E-DE3B-4179-9A42-36D1D0D2E472}" type="pres">
      <dgm:prSet presAssocID="{33559093-8E0B-4967-BE0A-BEC5858008E0}" presName="rootText" presStyleLbl="node4" presStyleIdx="4" presStyleCnt="7">
        <dgm:presLayoutVars>
          <dgm:chPref val="3"/>
        </dgm:presLayoutVars>
      </dgm:prSet>
      <dgm:spPr/>
    </dgm:pt>
    <dgm:pt modelId="{DF3B38AF-0606-4F53-9926-8C68B01C0C76}" type="pres">
      <dgm:prSet presAssocID="{33559093-8E0B-4967-BE0A-BEC5858008E0}" presName="rootConnector" presStyleLbl="node4" presStyleIdx="4" presStyleCnt="7"/>
      <dgm:spPr/>
    </dgm:pt>
    <dgm:pt modelId="{D9C43C40-05BF-4EC0-BF1B-F628ADF96A82}" type="pres">
      <dgm:prSet presAssocID="{33559093-8E0B-4967-BE0A-BEC5858008E0}" presName="hierChild4" presStyleCnt="0"/>
      <dgm:spPr/>
    </dgm:pt>
    <dgm:pt modelId="{B2C30D55-1CC0-41D5-9489-BBC2AA6BCBAF}" type="pres">
      <dgm:prSet presAssocID="{33559093-8E0B-4967-BE0A-BEC5858008E0}" presName="hierChild5" presStyleCnt="0"/>
      <dgm:spPr/>
    </dgm:pt>
    <dgm:pt modelId="{BAB3A4B1-AAA0-4C85-A717-41715A6ABA67}" type="pres">
      <dgm:prSet presAssocID="{3619BF5D-2917-4340-B98E-2D5F69A04715}" presName="Name37" presStyleLbl="parChTrans1D4" presStyleIdx="5" presStyleCnt="7"/>
      <dgm:spPr/>
    </dgm:pt>
    <dgm:pt modelId="{3EC8EA73-4B63-448B-9B19-E0125CC859A7}" type="pres">
      <dgm:prSet presAssocID="{A3E93BBC-AAC2-4F71-A322-9B04AF080109}" presName="hierRoot2" presStyleCnt="0">
        <dgm:presLayoutVars>
          <dgm:hierBranch val="init"/>
        </dgm:presLayoutVars>
      </dgm:prSet>
      <dgm:spPr/>
    </dgm:pt>
    <dgm:pt modelId="{A2D4DB64-FF24-426D-97E5-0508EF865A36}" type="pres">
      <dgm:prSet presAssocID="{A3E93BBC-AAC2-4F71-A322-9B04AF080109}" presName="rootComposite" presStyleCnt="0"/>
      <dgm:spPr/>
    </dgm:pt>
    <dgm:pt modelId="{FB2E0588-20CB-48E9-AD77-4EBE36B3C6EE}" type="pres">
      <dgm:prSet presAssocID="{A3E93BBC-AAC2-4F71-A322-9B04AF080109}" presName="rootText" presStyleLbl="node4" presStyleIdx="5" presStyleCnt="7">
        <dgm:presLayoutVars>
          <dgm:chPref val="3"/>
        </dgm:presLayoutVars>
      </dgm:prSet>
      <dgm:spPr/>
    </dgm:pt>
    <dgm:pt modelId="{F01C30A9-8E03-4C4C-9DB6-326A03ED9735}" type="pres">
      <dgm:prSet presAssocID="{A3E93BBC-AAC2-4F71-A322-9B04AF080109}" presName="rootConnector" presStyleLbl="node4" presStyleIdx="5" presStyleCnt="7"/>
      <dgm:spPr/>
    </dgm:pt>
    <dgm:pt modelId="{1F137DAC-565F-48E9-9222-E70644BF7223}" type="pres">
      <dgm:prSet presAssocID="{A3E93BBC-AAC2-4F71-A322-9B04AF080109}" presName="hierChild4" presStyleCnt="0"/>
      <dgm:spPr/>
    </dgm:pt>
    <dgm:pt modelId="{BEC12885-3662-466C-B427-59C71182F068}" type="pres">
      <dgm:prSet presAssocID="{04434E49-5571-4CBF-8596-D75AF1F3515F}" presName="Name37" presStyleLbl="parChTrans1D4" presStyleIdx="6" presStyleCnt="7"/>
      <dgm:spPr/>
    </dgm:pt>
    <dgm:pt modelId="{3A2CDD8C-9030-40C4-B914-0FAC09E969CB}" type="pres">
      <dgm:prSet presAssocID="{1C49AC92-B826-42C1-8259-91B848E652BF}" presName="hierRoot2" presStyleCnt="0">
        <dgm:presLayoutVars>
          <dgm:hierBranch val="init"/>
        </dgm:presLayoutVars>
      </dgm:prSet>
      <dgm:spPr/>
    </dgm:pt>
    <dgm:pt modelId="{F17D0474-4B50-411B-849B-B1801F49E619}" type="pres">
      <dgm:prSet presAssocID="{1C49AC92-B826-42C1-8259-91B848E652BF}" presName="rootComposite" presStyleCnt="0"/>
      <dgm:spPr/>
    </dgm:pt>
    <dgm:pt modelId="{83B22B02-90B2-4D46-81F7-A4B9CE785652}" type="pres">
      <dgm:prSet presAssocID="{1C49AC92-B826-42C1-8259-91B848E652BF}" presName="rootText" presStyleLbl="node4" presStyleIdx="6" presStyleCnt="7">
        <dgm:presLayoutVars>
          <dgm:chPref val="3"/>
        </dgm:presLayoutVars>
      </dgm:prSet>
      <dgm:spPr/>
    </dgm:pt>
    <dgm:pt modelId="{89D012D1-35FF-408D-BD1F-88C955DB1917}" type="pres">
      <dgm:prSet presAssocID="{1C49AC92-B826-42C1-8259-91B848E652BF}" presName="rootConnector" presStyleLbl="node4" presStyleIdx="6" presStyleCnt="7"/>
      <dgm:spPr/>
    </dgm:pt>
    <dgm:pt modelId="{30C99060-E344-422A-B42A-0D4FF6938F51}" type="pres">
      <dgm:prSet presAssocID="{1C49AC92-B826-42C1-8259-91B848E652BF}" presName="hierChild4" presStyleCnt="0"/>
      <dgm:spPr/>
    </dgm:pt>
    <dgm:pt modelId="{6E71176D-2422-42DB-AF7E-DDF9F8FE3251}" type="pres">
      <dgm:prSet presAssocID="{1C49AC92-B826-42C1-8259-91B848E652BF}" presName="hierChild5" presStyleCnt="0"/>
      <dgm:spPr/>
    </dgm:pt>
    <dgm:pt modelId="{90E67003-DAAC-4AAE-95F4-6F3402F04DAC}" type="pres">
      <dgm:prSet presAssocID="{A3E93BBC-AAC2-4F71-A322-9B04AF080109}" presName="hierChild5" presStyleCnt="0"/>
      <dgm:spPr/>
    </dgm:pt>
    <dgm:pt modelId="{F60FDF7C-A0D2-40B1-8A64-0244DFE2A981}" type="pres">
      <dgm:prSet presAssocID="{AA6431D5-2A80-4E49-8FDA-CFEF387103F7}" presName="hierChild5" presStyleCnt="0"/>
      <dgm:spPr/>
    </dgm:pt>
    <dgm:pt modelId="{CE77E529-A13E-4C36-B5EA-6CAD3ADFD627}" type="pres">
      <dgm:prSet presAssocID="{EA905C3D-CDEA-4790-B347-2CEB2096B778}" presName="hierChild5" presStyleCnt="0"/>
      <dgm:spPr/>
    </dgm:pt>
    <dgm:pt modelId="{426EE884-20E1-45A8-A5D7-56C483FF0262}" type="pres">
      <dgm:prSet presAssocID="{2CE2D05A-6F99-4B6A-99A9-83B03EA0ABFB}" presName="Name37" presStyleLbl="parChTrans1D3" presStyleIdx="1" presStyleCnt="6"/>
      <dgm:spPr/>
    </dgm:pt>
    <dgm:pt modelId="{053B62F6-5737-476D-A95D-5C173617E039}" type="pres">
      <dgm:prSet presAssocID="{ECB7BD09-D4A7-457A-A0FF-1FC8E2897A61}" presName="hierRoot2" presStyleCnt="0">
        <dgm:presLayoutVars>
          <dgm:hierBranch val="init"/>
        </dgm:presLayoutVars>
      </dgm:prSet>
      <dgm:spPr/>
    </dgm:pt>
    <dgm:pt modelId="{4338DDFE-9AD5-408D-B6C1-0F20C71FB1AE}" type="pres">
      <dgm:prSet presAssocID="{ECB7BD09-D4A7-457A-A0FF-1FC8E2897A61}" presName="rootComposite" presStyleCnt="0"/>
      <dgm:spPr/>
    </dgm:pt>
    <dgm:pt modelId="{5DA0C68B-4EB4-4A75-B3AA-00F6812998A7}" type="pres">
      <dgm:prSet presAssocID="{ECB7BD09-D4A7-457A-A0FF-1FC8E2897A61}" presName="rootText" presStyleLbl="node3" presStyleIdx="1" presStyleCnt="6">
        <dgm:presLayoutVars>
          <dgm:chPref val="3"/>
        </dgm:presLayoutVars>
      </dgm:prSet>
      <dgm:spPr/>
    </dgm:pt>
    <dgm:pt modelId="{BE3029CB-8433-4D7D-9F7C-0D036B777032}" type="pres">
      <dgm:prSet presAssocID="{ECB7BD09-D4A7-457A-A0FF-1FC8E2897A61}" presName="rootConnector" presStyleLbl="node3" presStyleIdx="1" presStyleCnt="6"/>
      <dgm:spPr/>
    </dgm:pt>
    <dgm:pt modelId="{79707125-D7C3-45ED-B7E3-53AC1D278D73}" type="pres">
      <dgm:prSet presAssocID="{ECB7BD09-D4A7-457A-A0FF-1FC8E2897A61}" presName="hierChild4" presStyleCnt="0"/>
      <dgm:spPr/>
    </dgm:pt>
    <dgm:pt modelId="{20D002D8-3464-4E4B-9C0F-E43CC413D3DB}" type="pres">
      <dgm:prSet presAssocID="{ECB7BD09-D4A7-457A-A0FF-1FC8E2897A61}" presName="hierChild5" presStyleCnt="0"/>
      <dgm:spPr/>
    </dgm:pt>
    <dgm:pt modelId="{28624648-465A-41DA-9CEE-7BD464549DAC}" type="pres">
      <dgm:prSet presAssocID="{882D9FE4-FDAF-49FD-8589-BE6AC76813D6}" presName="Name37" presStyleLbl="parChTrans1D3" presStyleIdx="2" presStyleCnt="6"/>
      <dgm:spPr/>
    </dgm:pt>
    <dgm:pt modelId="{721E69D3-B259-4F2E-85D3-AAFEB0FF2472}" type="pres">
      <dgm:prSet presAssocID="{2EDEB660-0DB8-4B7F-B6DE-88BB47554392}" presName="hierRoot2" presStyleCnt="0">
        <dgm:presLayoutVars>
          <dgm:hierBranch val="init"/>
        </dgm:presLayoutVars>
      </dgm:prSet>
      <dgm:spPr/>
    </dgm:pt>
    <dgm:pt modelId="{D7665723-A90A-4B83-AEAB-17B033AB1927}" type="pres">
      <dgm:prSet presAssocID="{2EDEB660-0DB8-4B7F-B6DE-88BB47554392}" presName="rootComposite" presStyleCnt="0"/>
      <dgm:spPr/>
    </dgm:pt>
    <dgm:pt modelId="{48C6D648-FD80-4D6A-B98C-0C36C951CD10}" type="pres">
      <dgm:prSet presAssocID="{2EDEB660-0DB8-4B7F-B6DE-88BB47554392}" presName="rootText" presStyleLbl="node3" presStyleIdx="2" presStyleCnt="6">
        <dgm:presLayoutVars>
          <dgm:chPref val="3"/>
        </dgm:presLayoutVars>
      </dgm:prSet>
      <dgm:spPr/>
    </dgm:pt>
    <dgm:pt modelId="{366814FD-D134-423A-9CEB-C068DADCEDA2}" type="pres">
      <dgm:prSet presAssocID="{2EDEB660-0DB8-4B7F-B6DE-88BB47554392}" presName="rootConnector" presStyleLbl="node3" presStyleIdx="2" presStyleCnt="6"/>
      <dgm:spPr/>
    </dgm:pt>
    <dgm:pt modelId="{5C889026-C484-4F58-9D8D-DF42407AC3A2}" type="pres">
      <dgm:prSet presAssocID="{2EDEB660-0DB8-4B7F-B6DE-88BB47554392}" presName="hierChild4" presStyleCnt="0"/>
      <dgm:spPr/>
    </dgm:pt>
    <dgm:pt modelId="{0E0AD529-1FDC-466A-A395-0853AB4CEAB6}" type="pres">
      <dgm:prSet presAssocID="{2EDEB660-0DB8-4B7F-B6DE-88BB47554392}" presName="hierChild5" presStyleCnt="0"/>
      <dgm:spPr/>
    </dgm:pt>
    <dgm:pt modelId="{C7F90F2B-5995-4E92-BE05-1352942CA2EF}" type="pres">
      <dgm:prSet presAssocID="{CFB66DB1-A9BB-43A1-803B-15A1958164F5}" presName="Name37" presStyleLbl="parChTrans1D3" presStyleIdx="3" presStyleCnt="6"/>
      <dgm:spPr/>
    </dgm:pt>
    <dgm:pt modelId="{C5B714C2-0554-43A8-916A-AD74A6FEA9C1}" type="pres">
      <dgm:prSet presAssocID="{9A86BDED-AC45-4E11-9F19-D8F1BF462100}" presName="hierRoot2" presStyleCnt="0">
        <dgm:presLayoutVars>
          <dgm:hierBranch val="init"/>
        </dgm:presLayoutVars>
      </dgm:prSet>
      <dgm:spPr/>
    </dgm:pt>
    <dgm:pt modelId="{BC873A2D-8F88-492B-AAEA-0BFC6AF8B0FD}" type="pres">
      <dgm:prSet presAssocID="{9A86BDED-AC45-4E11-9F19-D8F1BF462100}" presName="rootComposite" presStyleCnt="0"/>
      <dgm:spPr/>
    </dgm:pt>
    <dgm:pt modelId="{591D1B27-9E5C-4338-8BCC-357C704512E0}" type="pres">
      <dgm:prSet presAssocID="{9A86BDED-AC45-4E11-9F19-D8F1BF462100}" presName="rootText" presStyleLbl="node3" presStyleIdx="3" presStyleCnt="6">
        <dgm:presLayoutVars>
          <dgm:chPref val="3"/>
        </dgm:presLayoutVars>
      </dgm:prSet>
      <dgm:spPr/>
    </dgm:pt>
    <dgm:pt modelId="{1475D957-1CE8-4AE3-8BB9-C204EDEB3C3E}" type="pres">
      <dgm:prSet presAssocID="{9A86BDED-AC45-4E11-9F19-D8F1BF462100}" presName="rootConnector" presStyleLbl="node3" presStyleIdx="3" presStyleCnt="6"/>
      <dgm:spPr/>
    </dgm:pt>
    <dgm:pt modelId="{5714C753-B3AD-4749-8A08-DBB9BB5D95C0}" type="pres">
      <dgm:prSet presAssocID="{9A86BDED-AC45-4E11-9F19-D8F1BF462100}" presName="hierChild4" presStyleCnt="0"/>
      <dgm:spPr/>
    </dgm:pt>
    <dgm:pt modelId="{602F4723-4031-4BFA-ABC1-DE2585D26F58}" type="pres">
      <dgm:prSet presAssocID="{9A86BDED-AC45-4E11-9F19-D8F1BF462100}" presName="hierChild5" presStyleCnt="0"/>
      <dgm:spPr/>
    </dgm:pt>
    <dgm:pt modelId="{D3068AAC-E767-451F-9D64-1799D8A1E947}" type="pres">
      <dgm:prSet presAssocID="{ECFBC3B0-BE4E-4D7C-A78D-39E3EF2181A9}" presName="Name37" presStyleLbl="parChTrans1D3" presStyleIdx="4" presStyleCnt="6"/>
      <dgm:spPr/>
    </dgm:pt>
    <dgm:pt modelId="{2B8518BC-CD46-4B6B-9255-A78026C27F62}" type="pres">
      <dgm:prSet presAssocID="{8290D958-5353-4757-A214-360534D3DA4D}" presName="hierRoot2" presStyleCnt="0">
        <dgm:presLayoutVars>
          <dgm:hierBranch val="init"/>
        </dgm:presLayoutVars>
      </dgm:prSet>
      <dgm:spPr/>
    </dgm:pt>
    <dgm:pt modelId="{955EB893-CBA6-42FA-BD11-5AC9F4B20F94}" type="pres">
      <dgm:prSet presAssocID="{8290D958-5353-4757-A214-360534D3DA4D}" presName="rootComposite" presStyleCnt="0"/>
      <dgm:spPr/>
    </dgm:pt>
    <dgm:pt modelId="{3621BEB9-7651-4AD0-9F0E-D3A54713D6D4}" type="pres">
      <dgm:prSet presAssocID="{8290D958-5353-4757-A214-360534D3DA4D}" presName="rootText" presStyleLbl="node3" presStyleIdx="4" presStyleCnt="6">
        <dgm:presLayoutVars>
          <dgm:chPref val="3"/>
        </dgm:presLayoutVars>
      </dgm:prSet>
      <dgm:spPr/>
    </dgm:pt>
    <dgm:pt modelId="{855B6866-32DC-470F-8F5B-22776B4BD3C6}" type="pres">
      <dgm:prSet presAssocID="{8290D958-5353-4757-A214-360534D3DA4D}" presName="rootConnector" presStyleLbl="node3" presStyleIdx="4" presStyleCnt="6"/>
      <dgm:spPr/>
    </dgm:pt>
    <dgm:pt modelId="{2E1D3B0E-5D11-4813-84A5-CDBD20E0948C}" type="pres">
      <dgm:prSet presAssocID="{8290D958-5353-4757-A214-360534D3DA4D}" presName="hierChild4" presStyleCnt="0"/>
      <dgm:spPr/>
    </dgm:pt>
    <dgm:pt modelId="{130D43F6-9A51-4EE5-A2C7-C3B22D485073}" type="pres">
      <dgm:prSet presAssocID="{8290D958-5353-4757-A214-360534D3DA4D}" presName="hierChild5" presStyleCnt="0"/>
      <dgm:spPr/>
    </dgm:pt>
    <dgm:pt modelId="{92B4060F-4A21-4CDA-980C-C70F939288B4}" type="pres">
      <dgm:prSet presAssocID="{DCC5D489-6D96-4FA7-B757-A3F2D8D0DD48}" presName="Name37" presStyleLbl="parChTrans1D3" presStyleIdx="5" presStyleCnt="6"/>
      <dgm:spPr/>
    </dgm:pt>
    <dgm:pt modelId="{834FE4A1-6E62-4CAC-A3AA-5110E1256243}" type="pres">
      <dgm:prSet presAssocID="{931EC789-36EF-48B7-A404-54F8E65F176D}" presName="hierRoot2" presStyleCnt="0">
        <dgm:presLayoutVars>
          <dgm:hierBranch val="init"/>
        </dgm:presLayoutVars>
      </dgm:prSet>
      <dgm:spPr/>
    </dgm:pt>
    <dgm:pt modelId="{D4D07EEA-11A1-43E0-891E-551ADF8588ED}" type="pres">
      <dgm:prSet presAssocID="{931EC789-36EF-48B7-A404-54F8E65F176D}" presName="rootComposite" presStyleCnt="0"/>
      <dgm:spPr/>
    </dgm:pt>
    <dgm:pt modelId="{05426E54-FAC1-4BC4-A944-ED4F79452D5B}" type="pres">
      <dgm:prSet presAssocID="{931EC789-36EF-48B7-A404-54F8E65F176D}" presName="rootText" presStyleLbl="node3" presStyleIdx="5" presStyleCnt="6">
        <dgm:presLayoutVars>
          <dgm:chPref val="3"/>
        </dgm:presLayoutVars>
      </dgm:prSet>
      <dgm:spPr/>
    </dgm:pt>
    <dgm:pt modelId="{8AEA7150-A7C7-4EF9-AE55-EE3D5CACD240}" type="pres">
      <dgm:prSet presAssocID="{931EC789-36EF-48B7-A404-54F8E65F176D}" presName="rootConnector" presStyleLbl="node3" presStyleIdx="5" presStyleCnt="6"/>
      <dgm:spPr/>
    </dgm:pt>
    <dgm:pt modelId="{F9B7CC97-A157-4AD3-AF24-5B1BD7DB3577}" type="pres">
      <dgm:prSet presAssocID="{931EC789-36EF-48B7-A404-54F8E65F176D}" presName="hierChild4" presStyleCnt="0"/>
      <dgm:spPr/>
    </dgm:pt>
    <dgm:pt modelId="{85B4D65F-6CD7-46FB-82ED-95AC9B1B7633}" type="pres">
      <dgm:prSet presAssocID="{931EC789-36EF-48B7-A404-54F8E65F176D}" presName="hierChild5" presStyleCnt="0"/>
      <dgm:spPr/>
    </dgm:pt>
    <dgm:pt modelId="{1CC113F2-C2F9-47AC-8B9A-BD5BACB17325}" type="pres">
      <dgm:prSet presAssocID="{14EE5A59-A2E5-4A04-8995-8A2796D97176}" presName="hierChild5" presStyleCnt="0"/>
      <dgm:spPr/>
    </dgm:pt>
    <dgm:pt modelId="{AB983492-5F0D-4632-82E9-7C9E32A4BD6B}" type="pres">
      <dgm:prSet presAssocID="{E7A76A23-CE43-4DE4-9CFF-425DD0856E9D}" presName="Name37" presStyleLbl="parChTrans1D2" presStyleIdx="1" presStyleCnt="2"/>
      <dgm:spPr/>
    </dgm:pt>
    <dgm:pt modelId="{E832E263-20DB-4EDF-9AF1-BC6BA7A9BB59}" type="pres">
      <dgm:prSet presAssocID="{88BC6B09-78A2-466E-A3DF-1B3292F95F50}" presName="hierRoot2" presStyleCnt="0">
        <dgm:presLayoutVars>
          <dgm:hierBranch val="init"/>
        </dgm:presLayoutVars>
      </dgm:prSet>
      <dgm:spPr/>
    </dgm:pt>
    <dgm:pt modelId="{341A4F14-B45D-44F7-901E-49881DAC044D}" type="pres">
      <dgm:prSet presAssocID="{88BC6B09-78A2-466E-A3DF-1B3292F95F50}" presName="rootComposite" presStyleCnt="0"/>
      <dgm:spPr/>
    </dgm:pt>
    <dgm:pt modelId="{D9029C74-1D9A-41E9-BFB7-0DF014530BF3}" type="pres">
      <dgm:prSet presAssocID="{88BC6B09-78A2-466E-A3DF-1B3292F95F50}" presName="rootText" presStyleLbl="node2" presStyleIdx="1" presStyleCnt="2">
        <dgm:presLayoutVars>
          <dgm:chPref val="3"/>
        </dgm:presLayoutVars>
      </dgm:prSet>
      <dgm:spPr/>
    </dgm:pt>
    <dgm:pt modelId="{8CEF2E16-62BB-4247-9810-7A6C93B9F382}" type="pres">
      <dgm:prSet presAssocID="{88BC6B09-78A2-466E-A3DF-1B3292F95F50}" presName="rootConnector" presStyleLbl="node2" presStyleIdx="1" presStyleCnt="2"/>
      <dgm:spPr/>
    </dgm:pt>
    <dgm:pt modelId="{00E3EDCE-A6D6-447C-BEFF-F5DFDC47F790}" type="pres">
      <dgm:prSet presAssocID="{88BC6B09-78A2-466E-A3DF-1B3292F95F50}" presName="hierChild4" presStyleCnt="0"/>
      <dgm:spPr/>
    </dgm:pt>
    <dgm:pt modelId="{2B63FFD5-7BFA-4157-8790-F19CA57338DF}" type="pres">
      <dgm:prSet presAssocID="{88BC6B09-78A2-466E-A3DF-1B3292F95F50}" presName="hierChild5" presStyleCnt="0"/>
      <dgm:spPr/>
    </dgm:pt>
    <dgm:pt modelId="{C13D8F30-2F47-440C-9719-E9671814593F}" type="pres">
      <dgm:prSet presAssocID="{AB8AB3E9-DD51-4CBB-8BAB-89713607ECE3}" presName="hierChild3" presStyleCnt="0"/>
      <dgm:spPr/>
    </dgm:pt>
  </dgm:ptLst>
  <dgm:cxnLst>
    <dgm:cxn modelId="{D21A4D00-F285-4414-8E3E-304E640D255C}" type="presOf" srcId="{CFA984A2-7ED2-40EB-AB12-5E608253B976}" destId="{D7990B88-BCA1-44B1-937D-86C1D9EF31C9}" srcOrd="0" destOrd="0" presId="urn:microsoft.com/office/officeart/2005/8/layout/orgChart1"/>
    <dgm:cxn modelId="{E922B202-F8B2-480F-84F1-A036805B5B85}" srcId="{EA905C3D-CDEA-4790-B347-2CEB2096B778}" destId="{AA6431D5-2A80-4E49-8FDA-CFEF387103F7}" srcOrd="1" destOrd="0" parTransId="{F01D48F7-88C5-4268-9C8E-606A175C5607}" sibTransId="{B3378150-0C8B-4221-B0A8-E068C550871B}"/>
    <dgm:cxn modelId="{6CBFCD05-68E2-4AFA-9E7E-5C250F662801}" type="presOf" srcId="{33559093-8E0B-4967-BE0A-BEC5858008E0}" destId="{7136A46E-DE3B-4179-9A42-36D1D0D2E472}" srcOrd="0" destOrd="0" presId="urn:microsoft.com/office/officeart/2005/8/layout/orgChart1"/>
    <dgm:cxn modelId="{FA01A408-F9D9-462F-897D-BEC0A70DAE98}" type="presOf" srcId="{84A70A00-BC5F-4769-A89F-EEBB9D157110}" destId="{E2D9471F-B4FE-47D7-8246-3DE3255E4B6A}" srcOrd="1" destOrd="0" presId="urn:microsoft.com/office/officeart/2005/8/layout/orgChart1"/>
    <dgm:cxn modelId="{F1B7060A-0555-434F-BA29-A88497ADBE9C}" type="presOf" srcId="{8290D958-5353-4757-A214-360534D3DA4D}" destId="{855B6866-32DC-470F-8F5B-22776B4BD3C6}" srcOrd="1" destOrd="0" presId="urn:microsoft.com/office/officeart/2005/8/layout/orgChart1"/>
    <dgm:cxn modelId="{93C0440D-AA62-4221-9B1C-DC19350847C7}" type="presOf" srcId="{EC7EA8D3-AA5E-4CE5-B8FC-D73BBB9F6C06}" destId="{EFA0F54D-8A6F-4C3C-8204-C9848EBA6527}" srcOrd="0" destOrd="0" presId="urn:microsoft.com/office/officeart/2005/8/layout/orgChart1"/>
    <dgm:cxn modelId="{55395C10-8932-49A1-96B9-2C7762DBE825}" type="presOf" srcId="{52D4BD4B-5E4D-46BF-9307-9BE4235D86F5}" destId="{5872CE27-0FC0-4BB4-AE0E-65D56EFD2E1C}" srcOrd="0" destOrd="0" presId="urn:microsoft.com/office/officeart/2005/8/layout/orgChart1"/>
    <dgm:cxn modelId="{C84DF710-843E-404A-BB90-535714F9CFAE}" type="presOf" srcId="{882D9FE4-FDAF-49FD-8589-BE6AC76813D6}" destId="{28624648-465A-41DA-9CEE-7BD464549DAC}" srcOrd="0" destOrd="0" presId="urn:microsoft.com/office/officeart/2005/8/layout/orgChart1"/>
    <dgm:cxn modelId="{29B98213-E184-4A2D-B201-16D4D543CD76}" type="presOf" srcId="{9A86BDED-AC45-4E11-9F19-D8F1BF462100}" destId="{591D1B27-9E5C-4338-8BCC-357C704512E0}" srcOrd="0" destOrd="0" presId="urn:microsoft.com/office/officeart/2005/8/layout/orgChart1"/>
    <dgm:cxn modelId="{DD2B4118-8037-4CF3-8E77-F13AE96210D8}" type="presOf" srcId="{AA6431D5-2A80-4E49-8FDA-CFEF387103F7}" destId="{1F8C93D2-454E-485E-ABAF-8D5D7642B0F3}" srcOrd="0" destOrd="0" presId="urn:microsoft.com/office/officeart/2005/8/layout/orgChart1"/>
    <dgm:cxn modelId="{5B1D531D-34D4-431C-A68D-6E68054D35EE}" type="presOf" srcId="{DFC5539D-67C6-4F47-B523-FFCAA67248ED}" destId="{68CD92E2-C974-499B-AAC1-72F98EAFDB45}" srcOrd="0" destOrd="0" presId="urn:microsoft.com/office/officeart/2005/8/layout/orgChart1"/>
    <dgm:cxn modelId="{C0B7A91F-ECDE-473A-8EFB-44C353E28126}" srcId="{AB8AB3E9-DD51-4CBB-8BAB-89713607ECE3}" destId="{88BC6B09-78A2-466E-A3DF-1B3292F95F50}" srcOrd="1" destOrd="0" parTransId="{E7A76A23-CE43-4DE4-9CFF-425DD0856E9D}" sibTransId="{2E65730F-C4D8-4705-BFFE-47A9C9B50D46}"/>
    <dgm:cxn modelId="{22D90924-F7F7-4382-9FA8-A6EDC89A3251}" srcId="{14EE5A59-A2E5-4A04-8995-8A2796D97176}" destId="{8290D958-5353-4757-A214-360534D3DA4D}" srcOrd="4" destOrd="0" parTransId="{ECFBC3B0-BE4E-4D7C-A78D-39E3EF2181A9}" sibTransId="{3146C5E1-5CE0-48C9-BBDA-D98A056DB595}"/>
    <dgm:cxn modelId="{1F3C6B25-8F11-4081-BA99-E59C2AFF6DAC}" srcId="{AB8AB3E9-DD51-4CBB-8BAB-89713607ECE3}" destId="{14EE5A59-A2E5-4A04-8995-8A2796D97176}" srcOrd="0" destOrd="0" parTransId="{DFC5539D-67C6-4F47-B523-FFCAA67248ED}" sibTransId="{2E721B67-B4E7-41BE-AC26-718DE8B5D807}"/>
    <dgm:cxn modelId="{7D1A1C27-6ADE-49A2-AAD9-5BF1EB3E6D0A}" srcId="{14EE5A59-A2E5-4A04-8995-8A2796D97176}" destId="{9A86BDED-AC45-4E11-9F19-D8F1BF462100}" srcOrd="3" destOrd="0" parTransId="{CFB66DB1-A9BB-43A1-803B-15A1958164F5}" sibTransId="{E55CC1D4-20E6-4D18-A059-D93643F3C2C2}"/>
    <dgm:cxn modelId="{581B4F28-FEE0-420A-BD23-995B1D59DC03}" srcId="{14EE5A59-A2E5-4A04-8995-8A2796D97176}" destId="{931EC789-36EF-48B7-A404-54F8E65F176D}" srcOrd="5" destOrd="0" parTransId="{DCC5D489-6D96-4FA7-B757-A3F2D8D0DD48}" sibTransId="{2247264A-6062-49C7-B1EB-2BFD82353A44}"/>
    <dgm:cxn modelId="{A35E3C2D-2B52-4370-8FAA-765A2194E785}" type="presOf" srcId="{2CE2D05A-6F99-4B6A-99A9-83B03EA0ABFB}" destId="{426EE884-20E1-45A8-A5D7-56C483FF0262}" srcOrd="0" destOrd="0" presId="urn:microsoft.com/office/officeart/2005/8/layout/orgChart1"/>
    <dgm:cxn modelId="{01E26D2F-CB1E-4ACC-AA93-6D063166DF4D}" type="presOf" srcId="{BD0956CE-F057-41F1-8110-CF8D7057D92B}" destId="{E422B16C-7732-4FD9-9B1E-7863FD02435D}" srcOrd="0" destOrd="0" presId="urn:microsoft.com/office/officeart/2005/8/layout/orgChart1"/>
    <dgm:cxn modelId="{F0586A37-E209-4694-B26F-036A4DEEB905}" srcId="{A3E93BBC-AAC2-4F71-A322-9B04AF080109}" destId="{1C49AC92-B826-42C1-8259-91B848E652BF}" srcOrd="0" destOrd="0" parTransId="{04434E49-5571-4CBF-8596-D75AF1F3515F}" sibTransId="{5B5AC796-E7CC-4513-8428-717AEB0B3A51}"/>
    <dgm:cxn modelId="{D5FC9F39-F7DE-4D80-9E08-492BBC707EC8}" type="presOf" srcId="{2D6D98B8-DAF8-4951-9B4B-97EBA993BE3F}" destId="{F9034E05-203D-4E10-B8DE-36B3A2052C51}" srcOrd="0" destOrd="0" presId="urn:microsoft.com/office/officeart/2005/8/layout/orgChart1"/>
    <dgm:cxn modelId="{BF13213C-896B-402C-90C4-A750C6CBE153}" srcId="{14EE5A59-A2E5-4A04-8995-8A2796D97176}" destId="{ECB7BD09-D4A7-457A-A0FF-1FC8E2897A61}" srcOrd="1" destOrd="0" parTransId="{2CE2D05A-6F99-4B6A-99A9-83B03EA0ABFB}" sibTransId="{FA7B1768-B8C6-4E99-A868-735968D59869}"/>
    <dgm:cxn modelId="{0593D85B-E4C2-43D3-AF0B-38637A964692}" type="presOf" srcId="{99D9B0BE-326E-4D9D-8736-EDD1FBEA1CE8}" destId="{64C9E602-A508-4031-94D1-B60C7D6B6733}" srcOrd="0" destOrd="0" presId="urn:microsoft.com/office/officeart/2005/8/layout/orgChart1"/>
    <dgm:cxn modelId="{C5B6405E-4884-4276-9335-4B5CB845164A}" type="presOf" srcId="{190A8F0A-6E60-4B02-AF45-46624C24D65A}" destId="{40F0136A-C539-4468-9DF8-6D07D5549D47}" srcOrd="0" destOrd="0" presId="urn:microsoft.com/office/officeart/2005/8/layout/orgChart1"/>
    <dgm:cxn modelId="{FFF73D5F-04F3-47A3-A3EB-90F847CF132C}" srcId="{AA6431D5-2A80-4E49-8FDA-CFEF387103F7}" destId="{33559093-8E0B-4967-BE0A-BEC5858008E0}" srcOrd="2" destOrd="0" parTransId="{EC7EA8D3-AA5E-4CE5-B8FC-D73BBB9F6C06}" sibTransId="{485FD0BA-4786-4D71-95B8-225D9D3166B8}"/>
    <dgm:cxn modelId="{2D996D5F-8505-4132-A33A-E83CD4A89688}" type="presOf" srcId="{A3E93BBC-AAC2-4F71-A322-9B04AF080109}" destId="{FB2E0588-20CB-48E9-AD77-4EBE36B3C6EE}" srcOrd="0" destOrd="0" presId="urn:microsoft.com/office/officeart/2005/8/layout/orgChart1"/>
    <dgm:cxn modelId="{3FBAE744-1882-46DD-A488-6467E579DF79}" type="presOf" srcId="{14EE5A59-A2E5-4A04-8995-8A2796D97176}" destId="{F35176F3-318E-491E-8C06-6ED7E7F7CFEF}" srcOrd="0" destOrd="0" presId="urn:microsoft.com/office/officeart/2005/8/layout/orgChart1"/>
    <dgm:cxn modelId="{57421A66-6130-4E23-A3AC-E9ED42B0AB98}" type="presOf" srcId="{ECFBC3B0-BE4E-4D7C-A78D-39E3EF2181A9}" destId="{D3068AAC-E767-451F-9D64-1799D8A1E947}" srcOrd="0" destOrd="0" presId="urn:microsoft.com/office/officeart/2005/8/layout/orgChart1"/>
    <dgm:cxn modelId="{77A0F547-864E-4D11-9454-D678EF51596A}" type="presOf" srcId="{EA905C3D-CDEA-4790-B347-2CEB2096B778}" destId="{C4EE8943-EEE1-4FBE-B4B4-038F2E87CBD2}" srcOrd="0" destOrd="0" presId="urn:microsoft.com/office/officeart/2005/8/layout/orgChart1"/>
    <dgm:cxn modelId="{C55E696A-00BE-4D5F-B028-F3E8AAF9149C}" srcId="{14EE5A59-A2E5-4A04-8995-8A2796D97176}" destId="{EA905C3D-CDEA-4790-B347-2CEB2096B778}" srcOrd="0" destOrd="0" parTransId="{3F3282E3-A074-41DB-A747-B1A35D293DA7}" sibTransId="{4F87FB8E-E527-4FB8-8259-B9515FC1FCE9}"/>
    <dgm:cxn modelId="{B426B96A-0B9B-4951-A2C1-D665145DBF9E}" type="presOf" srcId="{E35DD1A4-D1C9-43AF-B310-C977E37E0427}" destId="{A290E5C6-5589-49D0-AE1C-0C4D693FD110}" srcOrd="0" destOrd="0" presId="urn:microsoft.com/office/officeart/2005/8/layout/orgChart1"/>
    <dgm:cxn modelId="{E4C8406B-2054-4A4E-83D7-BC0697816B54}" type="presOf" srcId="{AB8AB3E9-DD51-4CBB-8BAB-89713607ECE3}" destId="{2FCDC12D-D30A-4E6B-80CB-29F98CEABE47}" srcOrd="1" destOrd="0" presId="urn:microsoft.com/office/officeart/2005/8/layout/orgChart1"/>
    <dgm:cxn modelId="{6406664D-1D55-4859-AC2F-9F58EAB84127}" type="presOf" srcId="{190A8F0A-6E60-4B02-AF45-46624C24D65A}" destId="{7F67CB47-0FDB-42F5-BD07-20B385B82104}" srcOrd="1" destOrd="0" presId="urn:microsoft.com/office/officeart/2005/8/layout/orgChart1"/>
    <dgm:cxn modelId="{76FAF675-ECAE-4248-9B6C-85F31BC90604}" type="presOf" srcId="{1C49AC92-B826-42C1-8259-91B848E652BF}" destId="{83B22B02-90B2-4D46-81F7-A4B9CE785652}" srcOrd="0" destOrd="0" presId="urn:microsoft.com/office/officeart/2005/8/layout/orgChart1"/>
    <dgm:cxn modelId="{8315C878-85FE-4320-BBC3-C618606448FA}" type="presOf" srcId="{33559093-8E0B-4967-BE0A-BEC5858008E0}" destId="{DF3B38AF-0606-4F53-9926-8C68B01C0C76}" srcOrd="1" destOrd="0" presId="urn:microsoft.com/office/officeart/2005/8/layout/orgChart1"/>
    <dgm:cxn modelId="{7FB5CD59-D735-45D5-AED2-1F0EC212EECF}" type="presOf" srcId="{CFB66DB1-A9BB-43A1-803B-15A1958164F5}" destId="{C7F90F2B-5995-4E92-BE05-1352942CA2EF}" srcOrd="0" destOrd="0" presId="urn:microsoft.com/office/officeart/2005/8/layout/orgChart1"/>
    <dgm:cxn modelId="{BADA4B7C-3341-4A9D-A724-F435AC659761}" type="presOf" srcId="{2EDEB660-0DB8-4B7F-B6DE-88BB47554392}" destId="{366814FD-D134-423A-9CEB-C068DADCEDA2}" srcOrd="1" destOrd="0" presId="urn:microsoft.com/office/officeart/2005/8/layout/orgChart1"/>
    <dgm:cxn modelId="{EF7B2C81-A419-4E24-B39E-A6794B4613DB}" srcId="{2D6D98B8-DAF8-4951-9B4B-97EBA993BE3F}" destId="{AB8AB3E9-DD51-4CBB-8BAB-89713607ECE3}" srcOrd="1" destOrd="0" parTransId="{9EE57D5B-D5EE-4E43-873C-51362E6E51BF}" sibTransId="{60FEF103-0667-48E5-A4C5-35E746163DFB}"/>
    <dgm:cxn modelId="{B5713782-8A67-4161-BB6C-E7057C5ED178}" srcId="{AA6431D5-2A80-4E49-8FDA-CFEF387103F7}" destId="{52D4BD4B-5E4D-46BF-9307-9BE4235D86F5}" srcOrd="1" destOrd="0" parTransId="{99D9B0BE-326E-4D9D-8736-EDD1FBEA1CE8}" sibTransId="{A8C9038F-D9DE-4602-A94D-1066CCEB319D}"/>
    <dgm:cxn modelId="{90291A84-4EC6-409B-85AC-3D9F500F8E22}" type="presOf" srcId="{84A70A00-BC5F-4769-A89F-EEBB9D157110}" destId="{14ACD413-E698-4968-A034-B1EBA51E6F52}" srcOrd="0" destOrd="0" presId="urn:microsoft.com/office/officeart/2005/8/layout/orgChart1"/>
    <dgm:cxn modelId="{85274785-D209-4A2B-BDBB-9DA316B37660}" type="presOf" srcId="{931EC789-36EF-48B7-A404-54F8E65F176D}" destId="{8AEA7150-A7C7-4EF9-AE55-EE3D5CACD240}" srcOrd="1" destOrd="0" presId="urn:microsoft.com/office/officeart/2005/8/layout/orgChart1"/>
    <dgm:cxn modelId="{EE725D8A-BCF3-466A-BDC5-8ECD60BF65D9}" type="presOf" srcId="{1C49AC92-B826-42C1-8259-91B848E652BF}" destId="{89D012D1-35FF-408D-BD1F-88C955DB1917}" srcOrd="1" destOrd="0" presId="urn:microsoft.com/office/officeart/2005/8/layout/orgChart1"/>
    <dgm:cxn modelId="{FBBA8B8F-36CC-477F-A06D-EEF3FB9DB024}" type="presOf" srcId="{AA6431D5-2A80-4E49-8FDA-CFEF387103F7}" destId="{63DAABBC-FC93-4542-8E1D-2BEC5FA4B838}" srcOrd="1" destOrd="0" presId="urn:microsoft.com/office/officeart/2005/8/layout/orgChart1"/>
    <dgm:cxn modelId="{DAE64592-B5B3-46E1-A238-75BF6559F639}" type="presOf" srcId="{E7A76A23-CE43-4DE4-9CFF-425DD0856E9D}" destId="{AB983492-5F0D-4632-82E9-7C9E32A4BD6B}" srcOrd="0" destOrd="0" presId="urn:microsoft.com/office/officeart/2005/8/layout/orgChart1"/>
    <dgm:cxn modelId="{21572F98-DD77-4E4B-8D54-BC5B7A838BF3}" type="presOf" srcId="{3619BF5D-2917-4340-B98E-2D5F69A04715}" destId="{BAB3A4B1-AAA0-4C85-A717-41715A6ABA67}" srcOrd="0" destOrd="0" presId="urn:microsoft.com/office/officeart/2005/8/layout/orgChart1"/>
    <dgm:cxn modelId="{47B97E99-6A8D-4B77-809E-1FA71DFA3769}" srcId="{AA6431D5-2A80-4E49-8FDA-CFEF387103F7}" destId="{84A70A00-BC5F-4769-A89F-EEBB9D157110}" srcOrd="0" destOrd="0" parTransId="{BD0956CE-F057-41F1-8110-CF8D7057D92B}" sibTransId="{B78AC627-DE78-4223-A43F-3E2B1BA2E1D1}"/>
    <dgm:cxn modelId="{6FFC2D9D-46B8-43DE-A9C1-0B84F85E8046}" type="presOf" srcId="{E35DD1A4-D1C9-43AF-B310-C977E37E0427}" destId="{C88EA3C1-47D0-4927-85D5-1F9D037958DE}" srcOrd="1" destOrd="0" presId="urn:microsoft.com/office/officeart/2005/8/layout/orgChart1"/>
    <dgm:cxn modelId="{9018819D-363E-4A2B-B86E-823115454FC7}" type="presOf" srcId="{88BC6B09-78A2-466E-A3DF-1B3292F95F50}" destId="{8CEF2E16-62BB-4247-9810-7A6C93B9F382}" srcOrd="1" destOrd="0" presId="urn:microsoft.com/office/officeart/2005/8/layout/orgChart1"/>
    <dgm:cxn modelId="{0DFD109F-30E7-48F6-9345-D5AFFE9F2B33}" type="presOf" srcId="{F01D48F7-88C5-4268-9C8E-606A175C5607}" destId="{E5357450-A640-4E39-8A9D-DEA08B94AE0C}" srcOrd="0" destOrd="0" presId="urn:microsoft.com/office/officeart/2005/8/layout/orgChart1"/>
    <dgm:cxn modelId="{BCEFE9A0-E292-435A-956C-7A4E99A99FA7}" srcId="{2D6D98B8-DAF8-4951-9B4B-97EBA993BE3F}" destId="{190A8F0A-6E60-4B02-AF45-46624C24D65A}" srcOrd="0" destOrd="0" parTransId="{7F7C316F-2B5E-45F0-BD15-81211D523283}" sibTransId="{41BD514B-0BF0-4307-8026-2E4CC7099F75}"/>
    <dgm:cxn modelId="{763E6FA2-22CA-46B6-8E41-AF33B243A82C}" type="presOf" srcId="{ECB7BD09-D4A7-457A-A0FF-1FC8E2897A61}" destId="{5DA0C68B-4EB4-4A75-B3AA-00F6812998A7}" srcOrd="0" destOrd="0" presId="urn:microsoft.com/office/officeart/2005/8/layout/orgChart1"/>
    <dgm:cxn modelId="{1BB31AA3-09D3-4A5D-A991-86EE3857D17B}" type="presOf" srcId="{14EE5A59-A2E5-4A04-8995-8A2796D97176}" destId="{288E6554-7BBA-4788-8733-D4A3FFC9EE73}" srcOrd="1" destOrd="0" presId="urn:microsoft.com/office/officeart/2005/8/layout/orgChart1"/>
    <dgm:cxn modelId="{CB6C29A8-B2A8-4C2E-B2F9-AAF25F52F528}" srcId="{EA905C3D-CDEA-4790-B347-2CEB2096B778}" destId="{E35DD1A4-D1C9-43AF-B310-C977E37E0427}" srcOrd="0" destOrd="0" parTransId="{CFA984A2-7ED2-40EB-AB12-5E608253B976}" sibTransId="{FD915F99-318C-4138-8381-FF49311630FE}"/>
    <dgm:cxn modelId="{155795AE-10FD-494F-89A3-0A73149F922C}" type="presOf" srcId="{931EC789-36EF-48B7-A404-54F8E65F176D}" destId="{05426E54-FAC1-4BC4-A944-ED4F79452D5B}" srcOrd="0" destOrd="0" presId="urn:microsoft.com/office/officeart/2005/8/layout/orgChart1"/>
    <dgm:cxn modelId="{4CEF50B9-0D12-4F31-B3CB-DD0316B4A085}" type="presOf" srcId="{88BC6B09-78A2-466E-A3DF-1B3292F95F50}" destId="{D9029C74-1D9A-41E9-BFB7-0DF014530BF3}" srcOrd="0" destOrd="0" presId="urn:microsoft.com/office/officeart/2005/8/layout/orgChart1"/>
    <dgm:cxn modelId="{A59E7DB9-924E-4979-B7BE-6C377BD9E543}" type="presOf" srcId="{9A86BDED-AC45-4E11-9F19-D8F1BF462100}" destId="{1475D957-1CE8-4AE3-8BB9-C204EDEB3C3E}" srcOrd="1" destOrd="0" presId="urn:microsoft.com/office/officeart/2005/8/layout/orgChart1"/>
    <dgm:cxn modelId="{75DB41BC-8919-4928-AF16-B67B2F4C3611}" type="presOf" srcId="{EA905C3D-CDEA-4790-B347-2CEB2096B778}" destId="{EE032A5C-8F47-4E71-8D69-1C28E70D4B30}" srcOrd="1" destOrd="0" presId="urn:microsoft.com/office/officeart/2005/8/layout/orgChart1"/>
    <dgm:cxn modelId="{15FC09CB-4909-4E7B-91B2-BF9799E2B2AA}" type="presOf" srcId="{A3E93BBC-AAC2-4F71-A322-9B04AF080109}" destId="{F01C30A9-8E03-4C4C-9DB6-326A03ED9735}" srcOrd="1" destOrd="0" presId="urn:microsoft.com/office/officeart/2005/8/layout/orgChart1"/>
    <dgm:cxn modelId="{A5136FCB-6E2C-4B37-866A-2954B783669E}" type="presOf" srcId="{04434E49-5571-4CBF-8596-D75AF1F3515F}" destId="{BEC12885-3662-466C-B427-59C71182F068}" srcOrd="0" destOrd="0" presId="urn:microsoft.com/office/officeart/2005/8/layout/orgChart1"/>
    <dgm:cxn modelId="{9CE99EDA-58B5-4979-B712-0027AF3C60C1}" srcId="{AA6431D5-2A80-4E49-8FDA-CFEF387103F7}" destId="{A3E93BBC-AAC2-4F71-A322-9B04AF080109}" srcOrd="3" destOrd="0" parTransId="{3619BF5D-2917-4340-B98E-2D5F69A04715}" sibTransId="{3BC8A7F9-DB74-4144-96C1-CF274CB0DEF0}"/>
    <dgm:cxn modelId="{E07859DB-4ACC-4467-95D5-11814A5676D1}" type="presOf" srcId="{DCC5D489-6D96-4FA7-B757-A3F2D8D0DD48}" destId="{92B4060F-4A21-4CDA-980C-C70F939288B4}" srcOrd="0" destOrd="0" presId="urn:microsoft.com/office/officeart/2005/8/layout/orgChart1"/>
    <dgm:cxn modelId="{31037DE1-19BF-4F5A-9E03-589388B81A77}" type="presOf" srcId="{2EDEB660-0DB8-4B7F-B6DE-88BB47554392}" destId="{48C6D648-FD80-4D6A-B98C-0C36C951CD10}" srcOrd="0" destOrd="0" presId="urn:microsoft.com/office/officeart/2005/8/layout/orgChart1"/>
    <dgm:cxn modelId="{66E3B8E9-B44A-4D1E-9C94-06EF22B7117A}" type="presOf" srcId="{52D4BD4B-5E4D-46BF-9307-9BE4235D86F5}" destId="{9E9DCD4E-75F0-4618-B08C-18ADA7DBC905}" srcOrd="1" destOrd="0" presId="urn:microsoft.com/office/officeart/2005/8/layout/orgChart1"/>
    <dgm:cxn modelId="{D60224EA-3630-4310-ABA0-F90901CFF676}" type="presOf" srcId="{ECB7BD09-D4A7-457A-A0FF-1FC8E2897A61}" destId="{BE3029CB-8433-4D7D-9F7C-0D036B777032}" srcOrd="1" destOrd="0" presId="urn:microsoft.com/office/officeart/2005/8/layout/orgChart1"/>
    <dgm:cxn modelId="{E9B6BEF4-8A43-4F05-AB6B-4BDF1F3FD3D1}" srcId="{14EE5A59-A2E5-4A04-8995-8A2796D97176}" destId="{2EDEB660-0DB8-4B7F-B6DE-88BB47554392}" srcOrd="2" destOrd="0" parTransId="{882D9FE4-FDAF-49FD-8589-BE6AC76813D6}" sibTransId="{15FA5B83-8D40-4891-93EE-2E2FEBC9F48C}"/>
    <dgm:cxn modelId="{C78C20F7-0C45-4F40-AD30-0AFD2894F0C7}" type="presOf" srcId="{8290D958-5353-4757-A214-360534D3DA4D}" destId="{3621BEB9-7651-4AD0-9F0E-D3A54713D6D4}" srcOrd="0" destOrd="0" presId="urn:microsoft.com/office/officeart/2005/8/layout/orgChart1"/>
    <dgm:cxn modelId="{7F6549FA-3ABC-482D-83CB-C98F373A1D08}" type="presOf" srcId="{3F3282E3-A074-41DB-A747-B1A35D293DA7}" destId="{08A268A1-B647-4F64-B53D-5E42ADD60F7E}" srcOrd="0" destOrd="0" presId="urn:microsoft.com/office/officeart/2005/8/layout/orgChart1"/>
    <dgm:cxn modelId="{88A1D9FE-6F96-481D-9F30-778609DB5189}" type="presOf" srcId="{AB8AB3E9-DD51-4CBB-8BAB-89713607ECE3}" destId="{E7729135-16AE-4C13-BA90-FC32BF43256E}" srcOrd="0" destOrd="0" presId="urn:microsoft.com/office/officeart/2005/8/layout/orgChart1"/>
    <dgm:cxn modelId="{6BC32A39-3352-409D-A342-6AB63FCBAA30}" type="presParOf" srcId="{F9034E05-203D-4E10-B8DE-36B3A2052C51}" destId="{37680D4D-6C2E-4D65-8E78-5C0FC7826424}" srcOrd="0" destOrd="0" presId="urn:microsoft.com/office/officeart/2005/8/layout/orgChart1"/>
    <dgm:cxn modelId="{298A8D82-7BDE-420B-A644-80CE4A26DA01}" type="presParOf" srcId="{37680D4D-6C2E-4D65-8E78-5C0FC7826424}" destId="{5E90B65E-7301-491E-8107-709EA80C21B9}" srcOrd="0" destOrd="0" presId="urn:microsoft.com/office/officeart/2005/8/layout/orgChart1"/>
    <dgm:cxn modelId="{4A628618-AD40-44D9-A5DC-777546F2F0E5}" type="presParOf" srcId="{5E90B65E-7301-491E-8107-709EA80C21B9}" destId="{40F0136A-C539-4468-9DF8-6D07D5549D47}" srcOrd="0" destOrd="0" presId="urn:microsoft.com/office/officeart/2005/8/layout/orgChart1"/>
    <dgm:cxn modelId="{CB41A451-20C5-4CA5-A967-89A61E9BA4D7}" type="presParOf" srcId="{5E90B65E-7301-491E-8107-709EA80C21B9}" destId="{7F67CB47-0FDB-42F5-BD07-20B385B82104}" srcOrd="1" destOrd="0" presId="urn:microsoft.com/office/officeart/2005/8/layout/orgChart1"/>
    <dgm:cxn modelId="{E609AB78-5A5A-4351-ABCA-66E8901FE172}" type="presParOf" srcId="{37680D4D-6C2E-4D65-8E78-5C0FC7826424}" destId="{6858BC82-CCE1-49AE-B96D-8CBC2E16B4FC}" srcOrd="1" destOrd="0" presId="urn:microsoft.com/office/officeart/2005/8/layout/orgChart1"/>
    <dgm:cxn modelId="{E0067BF4-68A4-4EF1-A731-2244F97E7EF9}" type="presParOf" srcId="{37680D4D-6C2E-4D65-8E78-5C0FC7826424}" destId="{8CF8A5F1-3C02-48AD-A23D-D2642BEC3533}" srcOrd="2" destOrd="0" presId="urn:microsoft.com/office/officeart/2005/8/layout/orgChart1"/>
    <dgm:cxn modelId="{F63DD008-B895-4B42-A743-71887BEDAADE}" type="presParOf" srcId="{F9034E05-203D-4E10-B8DE-36B3A2052C51}" destId="{2857310E-2533-4A1A-A241-AA7544621FC1}" srcOrd="1" destOrd="0" presId="urn:microsoft.com/office/officeart/2005/8/layout/orgChart1"/>
    <dgm:cxn modelId="{EAA28764-AE1E-4165-8C0B-E4A703CF6494}" type="presParOf" srcId="{2857310E-2533-4A1A-A241-AA7544621FC1}" destId="{E5689B6F-13C0-40C2-8364-ADC4F6696561}" srcOrd="0" destOrd="0" presId="urn:microsoft.com/office/officeart/2005/8/layout/orgChart1"/>
    <dgm:cxn modelId="{AC4FB4F4-8633-4D84-8F04-AB523FFA55E5}" type="presParOf" srcId="{E5689B6F-13C0-40C2-8364-ADC4F6696561}" destId="{E7729135-16AE-4C13-BA90-FC32BF43256E}" srcOrd="0" destOrd="0" presId="urn:microsoft.com/office/officeart/2005/8/layout/orgChart1"/>
    <dgm:cxn modelId="{E1E8364C-DC6F-4D45-AC95-F7AFE374BC38}" type="presParOf" srcId="{E5689B6F-13C0-40C2-8364-ADC4F6696561}" destId="{2FCDC12D-D30A-4E6B-80CB-29F98CEABE47}" srcOrd="1" destOrd="0" presId="urn:microsoft.com/office/officeart/2005/8/layout/orgChart1"/>
    <dgm:cxn modelId="{61AF37F6-BDF0-4298-8ABA-03B5AB5830CA}" type="presParOf" srcId="{2857310E-2533-4A1A-A241-AA7544621FC1}" destId="{13DCF5E1-33DD-4360-B7CA-2FD9D7A91D8F}" srcOrd="1" destOrd="0" presId="urn:microsoft.com/office/officeart/2005/8/layout/orgChart1"/>
    <dgm:cxn modelId="{8B78CE87-02DF-4095-9547-F64A39434FFE}" type="presParOf" srcId="{13DCF5E1-33DD-4360-B7CA-2FD9D7A91D8F}" destId="{68CD92E2-C974-499B-AAC1-72F98EAFDB45}" srcOrd="0" destOrd="0" presId="urn:microsoft.com/office/officeart/2005/8/layout/orgChart1"/>
    <dgm:cxn modelId="{F4CED6FB-60B5-4704-8473-1678AB927186}" type="presParOf" srcId="{13DCF5E1-33DD-4360-B7CA-2FD9D7A91D8F}" destId="{EFA42985-6A91-4D01-A927-7F211B78B549}" srcOrd="1" destOrd="0" presId="urn:microsoft.com/office/officeart/2005/8/layout/orgChart1"/>
    <dgm:cxn modelId="{1938CCAA-13F6-47EA-9E2A-F56D99DC17BD}" type="presParOf" srcId="{EFA42985-6A91-4D01-A927-7F211B78B549}" destId="{6E3FEFC2-7841-4D77-BC57-F157BBDC3684}" srcOrd="0" destOrd="0" presId="urn:microsoft.com/office/officeart/2005/8/layout/orgChart1"/>
    <dgm:cxn modelId="{686F4B1C-506E-4B7F-8B75-7EC098173418}" type="presParOf" srcId="{6E3FEFC2-7841-4D77-BC57-F157BBDC3684}" destId="{F35176F3-318E-491E-8C06-6ED7E7F7CFEF}" srcOrd="0" destOrd="0" presId="urn:microsoft.com/office/officeart/2005/8/layout/orgChart1"/>
    <dgm:cxn modelId="{6A8A5F95-5974-4992-86E0-0475FFEEABFD}" type="presParOf" srcId="{6E3FEFC2-7841-4D77-BC57-F157BBDC3684}" destId="{288E6554-7BBA-4788-8733-D4A3FFC9EE73}" srcOrd="1" destOrd="0" presId="urn:microsoft.com/office/officeart/2005/8/layout/orgChart1"/>
    <dgm:cxn modelId="{8FB552B3-9996-4DC9-8578-9C484E12FC89}" type="presParOf" srcId="{EFA42985-6A91-4D01-A927-7F211B78B549}" destId="{2351F1CF-F0D4-437E-9A93-3F1B0243FC6D}" srcOrd="1" destOrd="0" presId="urn:microsoft.com/office/officeart/2005/8/layout/orgChart1"/>
    <dgm:cxn modelId="{32CF688D-6114-4231-B252-E5F44B52CF61}" type="presParOf" srcId="{2351F1CF-F0D4-437E-9A93-3F1B0243FC6D}" destId="{08A268A1-B647-4F64-B53D-5E42ADD60F7E}" srcOrd="0" destOrd="0" presId="urn:microsoft.com/office/officeart/2005/8/layout/orgChart1"/>
    <dgm:cxn modelId="{229ACB8E-4116-42F7-9A05-6EC51DBED276}" type="presParOf" srcId="{2351F1CF-F0D4-437E-9A93-3F1B0243FC6D}" destId="{88B7E96E-B518-4597-B9AE-8F9E7135795D}" srcOrd="1" destOrd="0" presId="urn:microsoft.com/office/officeart/2005/8/layout/orgChart1"/>
    <dgm:cxn modelId="{790B3049-22F8-4BD4-8EA6-110057F4F021}" type="presParOf" srcId="{88B7E96E-B518-4597-B9AE-8F9E7135795D}" destId="{E7BDB3E4-73E8-40F1-B0C3-B43AB7BE24DE}" srcOrd="0" destOrd="0" presId="urn:microsoft.com/office/officeart/2005/8/layout/orgChart1"/>
    <dgm:cxn modelId="{53D03915-5D24-4B19-A214-A0008DF0EC27}" type="presParOf" srcId="{E7BDB3E4-73E8-40F1-B0C3-B43AB7BE24DE}" destId="{C4EE8943-EEE1-4FBE-B4B4-038F2E87CBD2}" srcOrd="0" destOrd="0" presId="urn:microsoft.com/office/officeart/2005/8/layout/orgChart1"/>
    <dgm:cxn modelId="{E3271175-D867-46AF-8844-367D16376305}" type="presParOf" srcId="{E7BDB3E4-73E8-40F1-B0C3-B43AB7BE24DE}" destId="{EE032A5C-8F47-4E71-8D69-1C28E70D4B30}" srcOrd="1" destOrd="0" presId="urn:microsoft.com/office/officeart/2005/8/layout/orgChart1"/>
    <dgm:cxn modelId="{A4E8D5FA-1067-47C0-87E0-84A2C6463CA2}" type="presParOf" srcId="{88B7E96E-B518-4597-B9AE-8F9E7135795D}" destId="{704B9211-C27E-421F-B2EE-27EF92C5F3DB}" srcOrd="1" destOrd="0" presId="urn:microsoft.com/office/officeart/2005/8/layout/orgChart1"/>
    <dgm:cxn modelId="{E8698B1D-0D0C-4C28-87B6-E158035240B1}" type="presParOf" srcId="{704B9211-C27E-421F-B2EE-27EF92C5F3DB}" destId="{D7990B88-BCA1-44B1-937D-86C1D9EF31C9}" srcOrd="0" destOrd="0" presId="urn:microsoft.com/office/officeart/2005/8/layout/orgChart1"/>
    <dgm:cxn modelId="{1861F787-D957-4F20-964C-78663FA9F9DE}" type="presParOf" srcId="{704B9211-C27E-421F-B2EE-27EF92C5F3DB}" destId="{53CE8F3A-1136-4E2C-B09C-63934C357F84}" srcOrd="1" destOrd="0" presId="urn:microsoft.com/office/officeart/2005/8/layout/orgChart1"/>
    <dgm:cxn modelId="{0592CD6A-F90E-440B-AE1B-22C6075AAB5E}" type="presParOf" srcId="{53CE8F3A-1136-4E2C-B09C-63934C357F84}" destId="{B84A5453-E560-47A5-95A6-7D76932344D1}" srcOrd="0" destOrd="0" presId="urn:microsoft.com/office/officeart/2005/8/layout/orgChart1"/>
    <dgm:cxn modelId="{AC0D0595-222A-4A97-A631-A1B3B03C1DF2}" type="presParOf" srcId="{B84A5453-E560-47A5-95A6-7D76932344D1}" destId="{A290E5C6-5589-49D0-AE1C-0C4D693FD110}" srcOrd="0" destOrd="0" presId="urn:microsoft.com/office/officeart/2005/8/layout/orgChart1"/>
    <dgm:cxn modelId="{7AB492E1-762E-45E3-A719-E94D2E0BDCA6}" type="presParOf" srcId="{B84A5453-E560-47A5-95A6-7D76932344D1}" destId="{C88EA3C1-47D0-4927-85D5-1F9D037958DE}" srcOrd="1" destOrd="0" presId="urn:microsoft.com/office/officeart/2005/8/layout/orgChart1"/>
    <dgm:cxn modelId="{8B7B1EE8-1101-4B8C-AA55-457DD374811F}" type="presParOf" srcId="{53CE8F3A-1136-4E2C-B09C-63934C357F84}" destId="{3AC047DA-D070-44F4-93E6-8EDE6E18BB5C}" srcOrd="1" destOrd="0" presId="urn:microsoft.com/office/officeart/2005/8/layout/orgChart1"/>
    <dgm:cxn modelId="{0CA4EBD8-5FE3-4323-91AE-CAD7AECC2E6D}" type="presParOf" srcId="{53CE8F3A-1136-4E2C-B09C-63934C357F84}" destId="{2A4CB01D-3EF6-437F-AA34-959249060313}" srcOrd="2" destOrd="0" presId="urn:microsoft.com/office/officeart/2005/8/layout/orgChart1"/>
    <dgm:cxn modelId="{8BC6DB12-2B26-4040-A5EE-1023819F679D}" type="presParOf" srcId="{704B9211-C27E-421F-B2EE-27EF92C5F3DB}" destId="{E5357450-A640-4E39-8A9D-DEA08B94AE0C}" srcOrd="2" destOrd="0" presId="urn:microsoft.com/office/officeart/2005/8/layout/orgChart1"/>
    <dgm:cxn modelId="{C55B99F0-F3EF-4DE4-B3C7-EC0B4F300D01}" type="presParOf" srcId="{704B9211-C27E-421F-B2EE-27EF92C5F3DB}" destId="{99180BA7-5B56-4F9C-A5C5-4ED8C7A82852}" srcOrd="3" destOrd="0" presId="urn:microsoft.com/office/officeart/2005/8/layout/orgChart1"/>
    <dgm:cxn modelId="{24C1982A-6E98-486B-8808-47D13CD85FAC}" type="presParOf" srcId="{99180BA7-5B56-4F9C-A5C5-4ED8C7A82852}" destId="{6A70CE30-C476-4744-86E7-23B92BB5DCE7}" srcOrd="0" destOrd="0" presId="urn:microsoft.com/office/officeart/2005/8/layout/orgChart1"/>
    <dgm:cxn modelId="{DC3A3D10-85B5-4501-8D8B-3C793FB5BDAB}" type="presParOf" srcId="{6A70CE30-C476-4744-86E7-23B92BB5DCE7}" destId="{1F8C93D2-454E-485E-ABAF-8D5D7642B0F3}" srcOrd="0" destOrd="0" presId="urn:microsoft.com/office/officeart/2005/8/layout/orgChart1"/>
    <dgm:cxn modelId="{4D71703D-AE18-4243-923C-0A4D03B03F2C}" type="presParOf" srcId="{6A70CE30-C476-4744-86E7-23B92BB5DCE7}" destId="{63DAABBC-FC93-4542-8E1D-2BEC5FA4B838}" srcOrd="1" destOrd="0" presId="urn:microsoft.com/office/officeart/2005/8/layout/orgChart1"/>
    <dgm:cxn modelId="{D953D0CF-0591-43AB-B6BB-DFDFE91D233F}" type="presParOf" srcId="{99180BA7-5B56-4F9C-A5C5-4ED8C7A82852}" destId="{EF795E54-BA88-42BE-B073-519AE4437059}" srcOrd="1" destOrd="0" presId="urn:microsoft.com/office/officeart/2005/8/layout/orgChart1"/>
    <dgm:cxn modelId="{E85672F1-FFB9-42D8-BF27-C9604A2EAF1D}" type="presParOf" srcId="{EF795E54-BA88-42BE-B073-519AE4437059}" destId="{E422B16C-7732-4FD9-9B1E-7863FD02435D}" srcOrd="0" destOrd="0" presId="urn:microsoft.com/office/officeart/2005/8/layout/orgChart1"/>
    <dgm:cxn modelId="{A892141E-60BE-4A00-9675-EFF6D4D802B1}" type="presParOf" srcId="{EF795E54-BA88-42BE-B073-519AE4437059}" destId="{9291FB8F-5BB1-455A-A960-3DC8C92AA98E}" srcOrd="1" destOrd="0" presId="urn:microsoft.com/office/officeart/2005/8/layout/orgChart1"/>
    <dgm:cxn modelId="{AF43EE1C-B167-488C-BDD7-326CFB90DC51}" type="presParOf" srcId="{9291FB8F-5BB1-455A-A960-3DC8C92AA98E}" destId="{C8C79BED-8530-4713-8CE4-17B61F84ADE3}" srcOrd="0" destOrd="0" presId="urn:microsoft.com/office/officeart/2005/8/layout/orgChart1"/>
    <dgm:cxn modelId="{0F459B10-1F30-498E-ABD5-D874B47001C0}" type="presParOf" srcId="{C8C79BED-8530-4713-8CE4-17B61F84ADE3}" destId="{14ACD413-E698-4968-A034-B1EBA51E6F52}" srcOrd="0" destOrd="0" presId="urn:microsoft.com/office/officeart/2005/8/layout/orgChart1"/>
    <dgm:cxn modelId="{6A9A8E29-EFC8-4393-AD0D-AFFEC27EEFEA}" type="presParOf" srcId="{C8C79BED-8530-4713-8CE4-17B61F84ADE3}" destId="{E2D9471F-B4FE-47D7-8246-3DE3255E4B6A}" srcOrd="1" destOrd="0" presId="urn:microsoft.com/office/officeart/2005/8/layout/orgChart1"/>
    <dgm:cxn modelId="{A6A11172-C640-49D4-AC94-92FB648797AC}" type="presParOf" srcId="{9291FB8F-5BB1-455A-A960-3DC8C92AA98E}" destId="{33A4022E-0092-4F0A-A1EF-E795C8BC3344}" srcOrd="1" destOrd="0" presId="urn:microsoft.com/office/officeart/2005/8/layout/orgChart1"/>
    <dgm:cxn modelId="{74A8B319-A572-4089-ACEC-23523CB4F0FE}" type="presParOf" srcId="{9291FB8F-5BB1-455A-A960-3DC8C92AA98E}" destId="{EEC1B357-761E-4088-8426-4143D464701B}" srcOrd="2" destOrd="0" presId="urn:microsoft.com/office/officeart/2005/8/layout/orgChart1"/>
    <dgm:cxn modelId="{1461CDDA-91C2-4091-AB76-7065C989A5AF}" type="presParOf" srcId="{EF795E54-BA88-42BE-B073-519AE4437059}" destId="{64C9E602-A508-4031-94D1-B60C7D6B6733}" srcOrd="2" destOrd="0" presId="urn:microsoft.com/office/officeart/2005/8/layout/orgChart1"/>
    <dgm:cxn modelId="{08B0DEE8-39F7-4E0B-848C-C159DD4F37F6}" type="presParOf" srcId="{EF795E54-BA88-42BE-B073-519AE4437059}" destId="{BA9603D5-F3E4-453E-BC18-BB11B74ECB7C}" srcOrd="3" destOrd="0" presId="urn:microsoft.com/office/officeart/2005/8/layout/orgChart1"/>
    <dgm:cxn modelId="{B138454D-BD71-445C-A08E-9BCF713B0DF6}" type="presParOf" srcId="{BA9603D5-F3E4-453E-BC18-BB11B74ECB7C}" destId="{F8C347AA-7ECB-451C-9743-335A5CBE7826}" srcOrd="0" destOrd="0" presId="urn:microsoft.com/office/officeart/2005/8/layout/orgChart1"/>
    <dgm:cxn modelId="{D982FF73-1115-4B6B-BE16-D7014713D905}" type="presParOf" srcId="{F8C347AA-7ECB-451C-9743-335A5CBE7826}" destId="{5872CE27-0FC0-4BB4-AE0E-65D56EFD2E1C}" srcOrd="0" destOrd="0" presId="urn:microsoft.com/office/officeart/2005/8/layout/orgChart1"/>
    <dgm:cxn modelId="{7B6E4738-BF48-4347-A4D9-52E2CE4C4F76}" type="presParOf" srcId="{F8C347AA-7ECB-451C-9743-335A5CBE7826}" destId="{9E9DCD4E-75F0-4618-B08C-18ADA7DBC905}" srcOrd="1" destOrd="0" presId="urn:microsoft.com/office/officeart/2005/8/layout/orgChart1"/>
    <dgm:cxn modelId="{577E0759-683F-4DCB-852C-EB67118F15D9}" type="presParOf" srcId="{BA9603D5-F3E4-453E-BC18-BB11B74ECB7C}" destId="{FAB40F8A-40EB-497D-893F-62B40AD89A37}" srcOrd="1" destOrd="0" presId="urn:microsoft.com/office/officeart/2005/8/layout/orgChart1"/>
    <dgm:cxn modelId="{CE716781-D136-407F-9730-5A03805187C0}" type="presParOf" srcId="{BA9603D5-F3E4-453E-BC18-BB11B74ECB7C}" destId="{15B2F5D5-D70A-43F4-8D4E-579F36D7874C}" srcOrd="2" destOrd="0" presId="urn:microsoft.com/office/officeart/2005/8/layout/orgChart1"/>
    <dgm:cxn modelId="{676B6698-0632-4ED9-9908-889DAC32200F}" type="presParOf" srcId="{EF795E54-BA88-42BE-B073-519AE4437059}" destId="{EFA0F54D-8A6F-4C3C-8204-C9848EBA6527}" srcOrd="4" destOrd="0" presId="urn:microsoft.com/office/officeart/2005/8/layout/orgChart1"/>
    <dgm:cxn modelId="{8BA76495-EF85-4293-A00E-C302AEF44690}" type="presParOf" srcId="{EF795E54-BA88-42BE-B073-519AE4437059}" destId="{B07ADC55-FA35-4884-AEEF-D34C766B62EF}" srcOrd="5" destOrd="0" presId="urn:microsoft.com/office/officeart/2005/8/layout/orgChart1"/>
    <dgm:cxn modelId="{E3E7DD07-8206-43BF-BA48-D5479020403C}" type="presParOf" srcId="{B07ADC55-FA35-4884-AEEF-D34C766B62EF}" destId="{4B5F4207-1175-40C1-B7AC-A69A73E61929}" srcOrd="0" destOrd="0" presId="urn:microsoft.com/office/officeart/2005/8/layout/orgChart1"/>
    <dgm:cxn modelId="{1124EABD-9C60-459B-B868-34FE4E21D9C4}" type="presParOf" srcId="{4B5F4207-1175-40C1-B7AC-A69A73E61929}" destId="{7136A46E-DE3B-4179-9A42-36D1D0D2E472}" srcOrd="0" destOrd="0" presId="urn:microsoft.com/office/officeart/2005/8/layout/orgChart1"/>
    <dgm:cxn modelId="{AEF08EEA-7106-4DE0-8384-E08351B8D0FA}" type="presParOf" srcId="{4B5F4207-1175-40C1-B7AC-A69A73E61929}" destId="{DF3B38AF-0606-4F53-9926-8C68B01C0C76}" srcOrd="1" destOrd="0" presId="urn:microsoft.com/office/officeart/2005/8/layout/orgChart1"/>
    <dgm:cxn modelId="{3316B2EB-22D9-4FDB-BC6B-AD5669D31A26}" type="presParOf" srcId="{B07ADC55-FA35-4884-AEEF-D34C766B62EF}" destId="{D9C43C40-05BF-4EC0-BF1B-F628ADF96A82}" srcOrd="1" destOrd="0" presId="urn:microsoft.com/office/officeart/2005/8/layout/orgChart1"/>
    <dgm:cxn modelId="{BBAE5EB9-D5D1-4744-94EC-9CA12091333F}" type="presParOf" srcId="{B07ADC55-FA35-4884-AEEF-D34C766B62EF}" destId="{B2C30D55-1CC0-41D5-9489-BBC2AA6BCBAF}" srcOrd="2" destOrd="0" presId="urn:microsoft.com/office/officeart/2005/8/layout/orgChart1"/>
    <dgm:cxn modelId="{18309D6E-1DAE-4B4C-8EC2-637E384A8137}" type="presParOf" srcId="{EF795E54-BA88-42BE-B073-519AE4437059}" destId="{BAB3A4B1-AAA0-4C85-A717-41715A6ABA67}" srcOrd="6" destOrd="0" presId="urn:microsoft.com/office/officeart/2005/8/layout/orgChart1"/>
    <dgm:cxn modelId="{CFE3E2EE-0953-460D-8C4E-2BDD1470BF01}" type="presParOf" srcId="{EF795E54-BA88-42BE-B073-519AE4437059}" destId="{3EC8EA73-4B63-448B-9B19-E0125CC859A7}" srcOrd="7" destOrd="0" presId="urn:microsoft.com/office/officeart/2005/8/layout/orgChart1"/>
    <dgm:cxn modelId="{433A9835-31DA-44FC-8A12-5D53522F5B30}" type="presParOf" srcId="{3EC8EA73-4B63-448B-9B19-E0125CC859A7}" destId="{A2D4DB64-FF24-426D-97E5-0508EF865A36}" srcOrd="0" destOrd="0" presId="urn:microsoft.com/office/officeart/2005/8/layout/orgChart1"/>
    <dgm:cxn modelId="{118E2F3C-96C1-4083-ABEF-CABE28BD6E3F}" type="presParOf" srcId="{A2D4DB64-FF24-426D-97E5-0508EF865A36}" destId="{FB2E0588-20CB-48E9-AD77-4EBE36B3C6EE}" srcOrd="0" destOrd="0" presId="urn:microsoft.com/office/officeart/2005/8/layout/orgChart1"/>
    <dgm:cxn modelId="{339BDFCA-1916-4D3D-BA1B-E3D6F6B711EA}" type="presParOf" srcId="{A2D4DB64-FF24-426D-97E5-0508EF865A36}" destId="{F01C30A9-8E03-4C4C-9DB6-326A03ED9735}" srcOrd="1" destOrd="0" presId="urn:microsoft.com/office/officeart/2005/8/layout/orgChart1"/>
    <dgm:cxn modelId="{183FCDE5-BCBD-4155-8D24-D2AE7A6AE396}" type="presParOf" srcId="{3EC8EA73-4B63-448B-9B19-E0125CC859A7}" destId="{1F137DAC-565F-48E9-9222-E70644BF7223}" srcOrd="1" destOrd="0" presId="urn:microsoft.com/office/officeart/2005/8/layout/orgChart1"/>
    <dgm:cxn modelId="{0FD830B6-BDE0-438B-8768-83BC9358FAAF}" type="presParOf" srcId="{1F137DAC-565F-48E9-9222-E70644BF7223}" destId="{BEC12885-3662-466C-B427-59C71182F068}" srcOrd="0" destOrd="0" presId="urn:microsoft.com/office/officeart/2005/8/layout/orgChart1"/>
    <dgm:cxn modelId="{BD5A64CE-FF5E-4DF8-A5DB-02956D3A401A}" type="presParOf" srcId="{1F137DAC-565F-48E9-9222-E70644BF7223}" destId="{3A2CDD8C-9030-40C4-B914-0FAC09E969CB}" srcOrd="1" destOrd="0" presId="urn:microsoft.com/office/officeart/2005/8/layout/orgChart1"/>
    <dgm:cxn modelId="{C635C4DE-3FDE-4041-8C89-8EC6172AE893}" type="presParOf" srcId="{3A2CDD8C-9030-40C4-B914-0FAC09E969CB}" destId="{F17D0474-4B50-411B-849B-B1801F49E619}" srcOrd="0" destOrd="0" presId="urn:microsoft.com/office/officeart/2005/8/layout/orgChart1"/>
    <dgm:cxn modelId="{E94A32FF-837D-4077-ABB3-81288726DFFC}" type="presParOf" srcId="{F17D0474-4B50-411B-849B-B1801F49E619}" destId="{83B22B02-90B2-4D46-81F7-A4B9CE785652}" srcOrd="0" destOrd="0" presId="urn:microsoft.com/office/officeart/2005/8/layout/orgChart1"/>
    <dgm:cxn modelId="{EB3E8F94-7433-4C14-9D65-7B0408EED24E}" type="presParOf" srcId="{F17D0474-4B50-411B-849B-B1801F49E619}" destId="{89D012D1-35FF-408D-BD1F-88C955DB1917}" srcOrd="1" destOrd="0" presId="urn:microsoft.com/office/officeart/2005/8/layout/orgChart1"/>
    <dgm:cxn modelId="{4D6A3449-CD73-435F-9C18-AB18AB05D223}" type="presParOf" srcId="{3A2CDD8C-9030-40C4-B914-0FAC09E969CB}" destId="{30C99060-E344-422A-B42A-0D4FF6938F51}" srcOrd="1" destOrd="0" presId="urn:microsoft.com/office/officeart/2005/8/layout/orgChart1"/>
    <dgm:cxn modelId="{DEF31A22-0CFE-4244-A512-535DA1F11662}" type="presParOf" srcId="{3A2CDD8C-9030-40C4-B914-0FAC09E969CB}" destId="{6E71176D-2422-42DB-AF7E-DDF9F8FE3251}" srcOrd="2" destOrd="0" presId="urn:microsoft.com/office/officeart/2005/8/layout/orgChart1"/>
    <dgm:cxn modelId="{3D249D9A-267A-4BEC-8B5E-FBEE2C062012}" type="presParOf" srcId="{3EC8EA73-4B63-448B-9B19-E0125CC859A7}" destId="{90E67003-DAAC-4AAE-95F4-6F3402F04DAC}" srcOrd="2" destOrd="0" presId="urn:microsoft.com/office/officeart/2005/8/layout/orgChart1"/>
    <dgm:cxn modelId="{79EF7F04-58B8-41EA-B188-DB91CD14336B}" type="presParOf" srcId="{99180BA7-5B56-4F9C-A5C5-4ED8C7A82852}" destId="{F60FDF7C-A0D2-40B1-8A64-0244DFE2A981}" srcOrd="2" destOrd="0" presId="urn:microsoft.com/office/officeart/2005/8/layout/orgChart1"/>
    <dgm:cxn modelId="{F0DE6E77-4BB9-4FD8-BC26-588AE3A1E52E}" type="presParOf" srcId="{88B7E96E-B518-4597-B9AE-8F9E7135795D}" destId="{CE77E529-A13E-4C36-B5EA-6CAD3ADFD627}" srcOrd="2" destOrd="0" presId="urn:microsoft.com/office/officeart/2005/8/layout/orgChart1"/>
    <dgm:cxn modelId="{2139A9F2-CBC3-4D63-8FEF-017A84FB7B05}" type="presParOf" srcId="{2351F1CF-F0D4-437E-9A93-3F1B0243FC6D}" destId="{426EE884-20E1-45A8-A5D7-56C483FF0262}" srcOrd="2" destOrd="0" presId="urn:microsoft.com/office/officeart/2005/8/layout/orgChart1"/>
    <dgm:cxn modelId="{97C43CDF-4368-4E64-A6E2-1E4B80ED453E}" type="presParOf" srcId="{2351F1CF-F0D4-437E-9A93-3F1B0243FC6D}" destId="{053B62F6-5737-476D-A95D-5C173617E039}" srcOrd="3" destOrd="0" presId="urn:microsoft.com/office/officeart/2005/8/layout/orgChart1"/>
    <dgm:cxn modelId="{D0397227-4768-47F0-BD73-F9825B1F8033}" type="presParOf" srcId="{053B62F6-5737-476D-A95D-5C173617E039}" destId="{4338DDFE-9AD5-408D-B6C1-0F20C71FB1AE}" srcOrd="0" destOrd="0" presId="urn:microsoft.com/office/officeart/2005/8/layout/orgChart1"/>
    <dgm:cxn modelId="{D73BDB5F-8E08-421F-A8EC-07984D4C7B12}" type="presParOf" srcId="{4338DDFE-9AD5-408D-B6C1-0F20C71FB1AE}" destId="{5DA0C68B-4EB4-4A75-B3AA-00F6812998A7}" srcOrd="0" destOrd="0" presId="urn:microsoft.com/office/officeart/2005/8/layout/orgChart1"/>
    <dgm:cxn modelId="{C32496B8-2D83-44BE-9CA1-9BAC5E793FED}" type="presParOf" srcId="{4338DDFE-9AD5-408D-B6C1-0F20C71FB1AE}" destId="{BE3029CB-8433-4D7D-9F7C-0D036B777032}" srcOrd="1" destOrd="0" presId="urn:microsoft.com/office/officeart/2005/8/layout/orgChart1"/>
    <dgm:cxn modelId="{B436AC26-7580-4E88-8D97-B3394B5CFC3C}" type="presParOf" srcId="{053B62F6-5737-476D-A95D-5C173617E039}" destId="{79707125-D7C3-45ED-B7E3-53AC1D278D73}" srcOrd="1" destOrd="0" presId="urn:microsoft.com/office/officeart/2005/8/layout/orgChart1"/>
    <dgm:cxn modelId="{538D49CC-F8AE-4FEC-ACBC-B937790C7178}" type="presParOf" srcId="{053B62F6-5737-476D-A95D-5C173617E039}" destId="{20D002D8-3464-4E4B-9C0F-E43CC413D3DB}" srcOrd="2" destOrd="0" presId="urn:microsoft.com/office/officeart/2005/8/layout/orgChart1"/>
    <dgm:cxn modelId="{1B92B4A4-C490-4F3B-B5D6-6E5445E8E31E}" type="presParOf" srcId="{2351F1CF-F0D4-437E-9A93-3F1B0243FC6D}" destId="{28624648-465A-41DA-9CEE-7BD464549DAC}" srcOrd="4" destOrd="0" presId="urn:microsoft.com/office/officeart/2005/8/layout/orgChart1"/>
    <dgm:cxn modelId="{8B59CA89-154A-4988-AD97-D72FF5CB565C}" type="presParOf" srcId="{2351F1CF-F0D4-437E-9A93-3F1B0243FC6D}" destId="{721E69D3-B259-4F2E-85D3-AAFEB0FF2472}" srcOrd="5" destOrd="0" presId="urn:microsoft.com/office/officeart/2005/8/layout/orgChart1"/>
    <dgm:cxn modelId="{23B8D058-5FE6-45DD-9961-ED8D19F46036}" type="presParOf" srcId="{721E69D3-B259-4F2E-85D3-AAFEB0FF2472}" destId="{D7665723-A90A-4B83-AEAB-17B033AB1927}" srcOrd="0" destOrd="0" presId="urn:microsoft.com/office/officeart/2005/8/layout/orgChart1"/>
    <dgm:cxn modelId="{572A710C-9AF0-4EBE-917E-DD4B4602C557}" type="presParOf" srcId="{D7665723-A90A-4B83-AEAB-17B033AB1927}" destId="{48C6D648-FD80-4D6A-B98C-0C36C951CD10}" srcOrd="0" destOrd="0" presId="urn:microsoft.com/office/officeart/2005/8/layout/orgChart1"/>
    <dgm:cxn modelId="{1F1E18D1-3EAB-4B2F-99D8-7E09D27E3B32}" type="presParOf" srcId="{D7665723-A90A-4B83-AEAB-17B033AB1927}" destId="{366814FD-D134-423A-9CEB-C068DADCEDA2}" srcOrd="1" destOrd="0" presId="urn:microsoft.com/office/officeart/2005/8/layout/orgChart1"/>
    <dgm:cxn modelId="{F609A69D-F7F0-48BE-A52D-E3E58BBA60D8}" type="presParOf" srcId="{721E69D3-B259-4F2E-85D3-AAFEB0FF2472}" destId="{5C889026-C484-4F58-9D8D-DF42407AC3A2}" srcOrd="1" destOrd="0" presId="urn:microsoft.com/office/officeart/2005/8/layout/orgChart1"/>
    <dgm:cxn modelId="{2A4C0253-175F-4A67-ABBF-01468FC6BFB9}" type="presParOf" srcId="{721E69D3-B259-4F2E-85D3-AAFEB0FF2472}" destId="{0E0AD529-1FDC-466A-A395-0853AB4CEAB6}" srcOrd="2" destOrd="0" presId="urn:microsoft.com/office/officeart/2005/8/layout/orgChart1"/>
    <dgm:cxn modelId="{DDE85695-9BED-469A-8778-16E0475C0F47}" type="presParOf" srcId="{2351F1CF-F0D4-437E-9A93-3F1B0243FC6D}" destId="{C7F90F2B-5995-4E92-BE05-1352942CA2EF}" srcOrd="6" destOrd="0" presId="urn:microsoft.com/office/officeart/2005/8/layout/orgChart1"/>
    <dgm:cxn modelId="{8766F96A-206D-4905-875B-0A5434C5DDCC}" type="presParOf" srcId="{2351F1CF-F0D4-437E-9A93-3F1B0243FC6D}" destId="{C5B714C2-0554-43A8-916A-AD74A6FEA9C1}" srcOrd="7" destOrd="0" presId="urn:microsoft.com/office/officeart/2005/8/layout/orgChart1"/>
    <dgm:cxn modelId="{35A95A4B-506E-4712-9783-4933ABB890BB}" type="presParOf" srcId="{C5B714C2-0554-43A8-916A-AD74A6FEA9C1}" destId="{BC873A2D-8F88-492B-AAEA-0BFC6AF8B0FD}" srcOrd="0" destOrd="0" presId="urn:microsoft.com/office/officeart/2005/8/layout/orgChart1"/>
    <dgm:cxn modelId="{49369554-6543-4BCA-BC43-D7CA1A6E6030}" type="presParOf" srcId="{BC873A2D-8F88-492B-AAEA-0BFC6AF8B0FD}" destId="{591D1B27-9E5C-4338-8BCC-357C704512E0}" srcOrd="0" destOrd="0" presId="urn:microsoft.com/office/officeart/2005/8/layout/orgChart1"/>
    <dgm:cxn modelId="{49EA2220-81F3-4E0E-914B-B2AC7196F5C7}" type="presParOf" srcId="{BC873A2D-8F88-492B-AAEA-0BFC6AF8B0FD}" destId="{1475D957-1CE8-4AE3-8BB9-C204EDEB3C3E}" srcOrd="1" destOrd="0" presId="urn:microsoft.com/office/officeart/2005/8/layout/orgChart1"/>
    <dgm:cxn modelId="{A47298A8-08AD-4015-9FB4-9D46BE0A2334}" type="presParOf" srcId="{C5B714C2-0554-43A8-916A-AD74A6FEA9C1}" destId="{5714C753-B3AD-4749-8A08-DBB9BB5D95C0}" srcOrd="1" destOrd="0" presId="urn:microsoft.com/office/officeart/2005/8/layout/orgChart1"/>
    <dgm:cxn modelId="{9267088A-C9A3-46F5-8026-427D2B9DA4DF}" type="presParOf" srcId="{C5B714C2-0554-43A8-916A-AD74A6FEA9C1}" destId="{602F4723-4031-4BFA-ABC1-DE2585D26F58}" srcOrd="2" destOrd="0" presId="urn:microsoft.com/office/officeart/2005/8/layout/orgChart1"/>
    <dgm:cxn modelId="{E6204582-4A12-4675-A2FD-67DF0DE4C424}" type="presParOf" srcId="{2351F1CF-F0D4-437E-9A93-3F1B0243FC6D}" destId="{D3068AAC-E767-451F-9D64-1799D8A1E947}" srcOrd="8" destOrd="0" presId="urn:microsoft.com/office/officeart/2005/8/layout/orgChart1"/>
    <dgm:cxn modelId="{742B40BB-39E6-4E7B-A516-EB655AE51E5B}" type="presParOf" srcId="{2351F1CF-F0D4-437E-9A93-3F1B0243FC6D}" destId="{2B8518BC-CD46-4B6B-9255-A78026C27F62}" srcOrd="9" destOrd="0" presId="urn:microsoft.com/office/officeart/2005/8/layout/orgChart1"/>
    <dgm:cxn modelId="{6761FA72-EB5A-44D1-B237-51263DF28D63}" type="presParOf" srcId="{2B8518BC-CD46-4B6B-9255-A78026C27F62}" destId="{955EB893-CBA6-42FA-BD11-5AC9F4B20F94}" srcOrd="0" destOrd="0" presId="urn:microsoft.com/office/officeart/2005/8/layout/orgChart1"/>
    <dgm:cxn modelId="{885C12FF-934F-4543-9299-2AECF5D99833}" type="presParOf" srcId="{955EB893-CBA6-42FA-BD11-5AC9F4B20F94}" destId="{3621BEB9-7651-4AD0-9F0E-D3A54713D6D4}" srcOrd="0" destOrd="0" presId="urn:microsoft.com/office/officeart/2005/8/layout/orgChart1"/>
    <dgm:cxn modelId="{69FDAF6E-20B0-4AE0-965B-AE0F4A20D423}" type="presParOf" srcId="{955EB893-CBA6-42FA-BD11-5AC9F4B20F94}" destId="{855B6866-32DC-470F-8F5B-22776B4BD3C6}" srcOrd="1" destOrd="0" presId="urn:microsoft.com/office/officeart/2005/8/layout/orgChart1"/>
    <dgm:cxn modelId="{435854E5-4DEB-4851-B2E6-60CDA2F90C66}" type="presParOf" srcId="{2B8518BC-CD46-4B6B-9255-A78026C27F62}" destId="{2E1D3B0E-5D11-4813-84A5-CDBD20E0948C}" srcOrd="1" destOrd="0" presId="urn:microsoft.com/office/officeart/2005/8/layout/orgChart1"/>
    <dgm:cxn modelId="{4ABDD38C-E8B7-4751-80EE-3BCC06FBB5F2}" type="presParOf" srcId="{2B8518BC-CD46-4B6B-9255-A78026C27F62}" destId="{130D43F6-9A51-4EE5-A2C7-C3B22D485073}" srcOrd="2" destOrd="0" presId="urn:microsoft.com/office/officeart/2005/8/layout/orgChart1"/>
    <dgm:cxn modelId="{5A2AE8D4-29FC-48FB-9602-BEBDAB933574}" type="presParOf" srcId="{2351F1CF-F0D4-437E-9A93-3F1B0243FC6D}" destId="{92B4060F-4A21-4CDA-980C-C70F939288B4}" srcOrd="10" destOrd="0" presId="urn:microsoft.com/office/officeart/2005/8/layout/orgChart1"/>
    <dgm:cxn modelId="{34D4345E-4B77-4942-B0DE-FE20ACAD3F75}" type="presParOf" srcId="{2351F1CF-F0D4-437E-9A93-3F1B0243FC6D}" destId="{834FE4A1-6E62-4CAC-A3AA-5110E1256243}" srcOrd="11" destOrd="0" presId="urn:microsoft.com/office/officeart/2005/8/layout/orgChart1"/>
    <dgm:cxn modelId="{1C5BC3AF-4764-400A-A1DF-DD1347A82DF8}" type="presParOf" srcId="{834FE4A1-6E62-4CAC-A3AA-5110E1256243}" destId="{D4D07EEA-11A1-43E0-891E-551ADF8588ED}" srcOrd="0" destOrd="0" presId="urn:microsoft.com/office/officeart/2005/8/layout/orgChart1"/>
    <dgm:cxn modelId="{FD8A9232-619C-4B45-9161-14410BE3C51E}" type="presParOf" srcId="{D4D07EEA-11A1-43E0-891E-551ADF8588ED}" destId="{05426E54-FAC1-4BC4-A944-ED4F79452D5B}" srcOrd="0" destOrd="0" presId="urn:microsoft.com/office/officeart/2005/8/layout/orgChart1"/>
    <dgm:cxn modelId="{D3C8475C-B4C4-4E14-B18F-583AB9924128}" type="presParOf" srcId="{D4D07EEA-11A1-43E0-891E-551ADF8588ED}" destId="{8AEA7150-A7C7-4EF9-AE55-EE3D5CACD240}" srcOrd="1" destOrd="0" presId="urn:microsoft.com/office/officeart/2005/8/layout/orgChart1"/>
    <dgm:cxn modelId="{BF26485F-8BF6-4DD9-8E78-73CA0CA28F5F}" type="presParOf" srcId="{834FE4A1-6E62-4CAC-A3AA-5110E1256243}" destId="{F9B7CC97-A157-4AD3-AF24-5B1BD7DB3577}" srcOrd="1" destOrd="0" presId="urn:microsoft.com/office/officeart/2005/8/layout/orgChart1"/>
    <dgm:cxn modelId="{23B3735A-AAD8-4276-BA4A-8D4C24BBC94F}" type="presParOf" srcId="{834FE4A1-6E62-4CAC-A3AA-5110E1256243}" destId="{85B4D65F-6CD7-46FB-82ED-95AC9B1B7633}" srcOrd="2" destOrd="0" presId="urn:microsoft.com/office/officeart/2005/8/layout/orgChart1"/>
    <dgm:cxn modelId="{B2A472D8-3ACC-4685-90AE-CC32EC695854}" type="presParOf" srcId="{EFA42985-6A91-4D01-A927-7F211B78B549}" destId="{1CC113F2-C2F9-47AC-8B9A-BD5BACB17325}" srcOrd="2" destOrd="0" presId="urn:microsoft.com/office/officeart/2005/8/layout/orgChart1"/>
    <dgm:cxn modelId="{5D05DBE1-7B5E-421A-AC9F-92472B20ADC5}" type="presParOf" srcId="{13DCF5E1-33DD-4360-B7CA-2FD9D7A91D8F}" destId="{AB983492-5F0D-4632-82E9-7C9E32A4BD6B}" srcOrd="2" destOrd="0" presId="urn:microsoft.com/office/officeart/2005/8/layout/orgChart1"/>
    <dgm:cxn modelId="{22234AE6-A5C1-4AF5-834F-E8AA31538B45}" type="presParOf" srcId="{13DCF5E1-33DD-4360-B7CA-2FD9D7A91D8F}" destId="{E832E263-20DB-4EDF-9AF1-BC6BA7A9BB59}" srcOrd="3" destOrd="0" presId="urn:microsoft.com/office/officeart/2005/8/layout/orgChart1"/>
    <dgm:cxn modelId="{DA94FCA6-3F6C-467D-B879-EA5AE463ED04}" type="presParOf" srcId="{E832E263-20DB-4EDF-9AF1-BC6BA7A9BB59}" destId="{341A4F14-B45D-44F7-901E-49881DAC044D}" srcOrd="0" destOrd="0" presId="urn:microsoft.com/office/officeart/2005/8/layout/orgChart1"/>
    <dgm:cxn modelId="{98B99A4B-EDFC-4900-AC61-A5FDCA6E9237}" type="presParOf" srcId="{341A4F14-B45D-44F7-901E-49881DAC044D}" destId="{D9029C74-1D9A-41E9-BFB7-0DF014530BF3}" srcOrd="0" destOrd="0" presId="urn:microsoft.com/office/officeart/2005/8/layout/orgChart1"/>
    <dgm:cxn modelId="{E2972183-7C84-4322-A96E-3276959CDE4C}" type="presParOf" srcId="{341A4F14-B45D-44F7-901E-49881DAC044D}" destId="{8CEF2E16-62BB-4247-9810-7A6C93B9F382}" srcOrd="1" destOrd="0" presId="urn:microsoft.com/office/officeart/2005/8/layout/orgChart1"/>
    <dgm:cxn modelId="{2C0139A8-F13A-4B79-8BD2-B48F452625FB}" type="presParOf" srcId="{E832E263-20DB-4EDF-9AF1-BC6BA7A9BB59}" destId="{00E3EDCE-A6D6-447C-BEFF-F5DFDC47F790}" srcOrd="1" destOrd="0" presId="urn:microsoft.com/office/officeart/2005/8/layout/orgChart1"/>
    <dgm:cxn modelId="{C613D468-B5B2-497A-82BB-50B8BD7760B7}" type="presParOf" srcId="{E832E263-20DB-4EDF-9AF1-BC6BA7A9BB59}" destId="{2B63FFD5-7BFA-4157-8790-F19CA57338DF}" srcOrd="2" destOrd="0" presId="urn:microsoft.com/office/officeart/2005/8/layout/orgChart1"/>
    <dgm:cxn modelId="{D53241F1-EF24-44F6-9212-64E812087883}" type="presParOf" srcId="{2857310E-2533-4A1A-A241-AA7544621FC1}" destId="{C13D8F30-2F47-440C-9719-E9671814593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F48FB93-9B37-4211-8E59-993AF5B86A48}" type="doc">
      <dgm:prSet loTypeId="urn:microsoft.com/office/officeart/2005/8/layout/radial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352C813-A023-4DB7-90DE-86EAF9B30BE1}">
      <dgm:prSet phldrT="[Text]" phldr="0"/>
      <dgm:spPr>
        <a:solidFill>
          <a:srgbClr val="FF0000"/>
        </a:solidFill>
      </dgm:spPr>
      <dgm:t>
        <a:bodyPr/>
        <a:lstStyle/>
        <a:p>
          <a:r>
            <a:rPr lang="en-US" dirty="0"/>
            <a:t>Data Science</a:t>
          </a:r>
        </a:p>
      </dgm:t>
    </dgm:pt>
    <dgm:pt modelId="{A374BBD9-7632-48BC-A423-921551E02740}" type="parTrans" cxnId="{CCFCAEE5-F8C3-4CE8-AEE0-F247E0418A30}">
      <dgm:prSet/>
      <dgm:spPr/>
      <dgm:t>
        <a:bodyPr/>
        <a:lstStyle/>
        <a:p>
          <a:endParaRPr lang="en-US"/>
        </a:p>
      </dgm:t>
    </dgm:pt>
    <dgm:pt modelId="{BE9BDEA1-3881-43DF-B884-DBC8A6BC7B50}" type="sibTrans" cxnId="{CCFCAEE5-F8C3-4CE8-AEE0-F247E0418A30}">
      <dgm:prSet/>
      <dgm:spPr/>
      <dgm:t>
        <a:bodyPr/>
        <a:lstStyle/>
        <a:p>
          <a:endParaRPr lang="en-US"/>
        </a:p>
      </dgm:t>
    </dgm:pt>
    <dgm:pt modelId="{FC305A12-E33E-434D-A27F-5C2857436D7F}">
      <dgm:prSet phldrT="[Text]" phldr="0"/>
      <dgm:spPr/>
      <dgm:t>
        <a:bodyPr/>
        <a:lstStyle/>
        <a:p>
          <a:r>
            <a:rPr lang="en-US" dirty="0"/>
            <a:t>Pricing Actuaries</a:t>
          </a:r>
        </a:p>
      </dgm:t>
    </dgm:pt>
    <dgm:pt modelId="{93DEF299-9213-49EB-9D3F-4027A83F6013}" type="parTrans" cxnId="{92B2116C-74AA-4779-8DC1-11C12EAD90EB}">
      <dgm:prSet/>
      <dgm:spPr/>
      <dgm:t>
        <a:bodyPr/>
        <a:lstStyle/>
        <a:p>
          <a:endParaRPr lang="en-US"/>
        </a:p>
      </dgm:t>
    </dgm:pt>
    <dgm:pt modelId="{3E31337D-BED0-480F-8B87-AB8B9F715A28}" type="sibTrans" cxnId="{92B2116C-74AA-4779-8DC1-11C12EAD90EB}">
      <dgm:prSet/>
      <dgm:spPr/>
      <dgm:t>
        <a:bodyPr/>
        <a:lstStyle/>
        <a:p>
          <a:endParaRPr lang="en-US"/>
        </a:p>
      </dgm:t>
    </dgm:pt>
    <dgm:pt modelId="{E0A032A4-5939-454B-9D16-11E6EBFC6DC4}">
      <dgm:prSet phldrT="[Text]" phldr="0"/>
      <dgm:spPr/>
      <dgm:t>
        <a:bodyPr/>
        <a:lstStyle/>
        <a:p>
          <a:r>
            <a:rPr lang="en-US" dirty="0"/>
            <a:t>Data Analysts</a:t>
          </a:r>
        </a:p>
      </dgm:t>
    </dgm:pt>
    <dgm:pt modelId="{1AA1FB4F-491E-4506-B710-BEC2AA2B2C9E}" type="parTrans" cxnId="{F4925A6B-FB01-4F90-8619-8584B5030C52}">
      <dgm:prSet/>
      <dgm:spPr/>
      <dgm:t>
        <a:bodyPr/>
        <a:lstStyle/>
        <a:p>
          <a:endParaRPr lang="en-US"/>
        </a:p>
      </dgm:t>
    </dgm:pt>
    <dgm:pt modelId="{6DD641D8-45B5-431C-83C0-AC71E026E4E0}" type="sibTrans" cxnId="{F4925A6B-FB01-4F90-8619-8584B5030C52}">
      <dgm:prSet/>
      <dgm:spPr/>
      <dgm:t>
        <a:bodyPr/>
        <a:lstStyle/>
        <a:p>
          <a:endParaRPr lang="en-US"/>
        </a:p>
      </dgm:t>
    </dgm:pt>
    <dgm:pt modelId="{31C0C19A-2C2E-4554-AECF-777AC662FB79}">
      <dgm:prSet phldrT="[Text]" phldr="0"/>
      <dgm:spPr/>
      <dgm:t>
        <a:bodyPr/>
        <a:lstStyle/>
        <a:p>
          <a:r>
            <a:rPr lang="en-US" dirty="0"/>
            <a:t>Product Management</a:t>
          </a:r>
        </a:p>
      </dgm:t>
    </dgm:pt>
    <dgm:pt modelId="{20EB6114-6A4E-484A-928A-25D43D8706B2}" type="parTrans" cxnId="{8D5BAEE6-D18D-4867-8A7F-E5230387F76D}">
      <dgm:prSet/>
      <dgm:spPr/>
      <dgm:t>
        <a:bodyPr/>
        <a:lstStyle/>
        <a:p>
          <a:endParaRPr lang="en-US"/>
        </a:p>
      </dgm:t>
    </dgm:pt>
    <dgm:pt modelId="{9A604075-7A06-45E5-BE80-97BEFF7D7D20}" type="sibTrans" cxnId="{8D5BAEE6-D18D-4867-8A7F-E5230387F76D}">
      <dgm:prSet/>
      <dgm:spPr/>
      <dgm:t>
        <a:bodyPr/>
        <a:lstStyle/>
        <a:p>
          <a:endParaRPr lang="en-US"/>
        </a:p>
      </dgm:t>
    </dgm:pt>
    <dgm:pt modelId="{2943F8BA-CF05-4524-85FE-EA1908DAC2F8}">
      <dgm:prSet phldrT="[Text]" phldr="0"/>
      <dgm:spPr/>
      <dgm:t>
        <a:bodyPr/>
        <a:lstStyle/>
        <a:p>
          <a:r>
            <a:rPr lang="en-US" dirty="0"/>
            <a:t>Underwriting</a:t>
          </a:r>
        </a:p>
      </dgm:t>
    </dgm:pt>
    <dgm:pt modelId="{4E7C4740-9538-4030-B9FD-547F89E1C71C}" type="parTrans" cxnId="{C9558666-64AD-4827-914E-25DBF3B9074A}">
      <dgm:prSet/>
      <dgm:spPr/>
      <dgm:t>
        <a:bodyPr/>
        <a:lstStyle/>
        <a:p>
          <a:endParaRPr lang="en-US"/>
        </a:p>
      </dgm:t>
    </dgm:pt>
    <dgm:pt modelId="{5C89EBBE-0C32-4290-AD92-D8D93D231729}" type="sibTrans" cxnId="{C9558666-64AD-4827-914E-25DBF3B9074A}">
      <dgm:prSet/>
      <dgm:spPr/>
      <dgm:t>
        <a:bodyPr/>
        <a:lstStyle/>
        <a:p>
          <a:endParaRPr lang="en-US"/>
        </a:p>
      </dgm:t>
    </dgm:pt>
    <dgm:pt modelId="{8AF1E1FC-2C76-4321-87AD-18402ED746E9}">
      <dgm:prSet phldrT="[Text]" phldr="0"/>
      <dgm:spPr/>
      <dgm:t>
        <a:bodyPr/>
        <a:lstStyle/>
        <a:p>
          <a:r>
            <a:rPr lang="en-US" dirty="0"/>
            <a:t>IT / Deployment</a:t>
          </a:r>
        </a:p>
      </dgm:t>
    </dgm:pt>
    <dgm:pt modelId="{801A41DB-86AC-4FE4-85AE-E595EBEA52C2}" type="parTrans" cxnId="{ECA75247-A990-4899-B641-0E3472078E1D}">
      <dgm:prSet/>
      <dgm:spPr/>
      <dgm:t>
        <a:bodyPr/>
        <a:lstStyle/>
        <a:p>
          <a:endParaRPr lang="en-US"/>
        </a:p>
      </dgm:t>
    </dgm:pt>
    <dgm:pt modelId="{9EBC7505-5F37-4BDD-ACB5-1663F7ABD61E}" type="sibTrans" cxnId="{ECA75247-A990-4899-B641-0E3472078E1D}">
      <dgm:prSet/>
      <dgm:spPr/>
      <dgm:t>
        <a:bodyPr/>
        <a:lstStyle/>
        <a:p>
          <a:endParaRPr lang="en-US"/>
        </a:p>
      </dgm:t>
    </dgm:pt>
    <dgm:pt modelId="{1AF7FEA8-C11D-444B-980C-D3A24D854A46}">
      <dgm:prSet phldrT="[Text]" phldr="0"/>
      <dgm:spPr/>
      <dgm:t>
        <a:bodyPr/>
        <a:lstStyle/>
        <a:p>
          <a:r>
            <a:rPr lang="en-US" dirty="0"/>
            <a:t>Regulatory &amp; Legal</a:t>
          </a:r>
        </a:p>
      </dgm:t>
    </dgm:pt>
    <dgm:pt modelId="{604961A3-3363-40BC-8B90-C83D383704DB}" type="parTrans" cxnId="{101BFA15-8076-4636-AA05-E1AE701EFAA0}">
      <dgm:prSet/>
      <dgm:spPr/>
      <dgm:t>
        <a:bodyPr/>
        <a:lstStyle/>
        <a:p>
          <a:endParaRPr lang="en-US"/>
        </a:p>
      </dgm:t>
    </dgm:pt>
    <dgm:pt modelId="{D6BB28A1-941C-48C4-A38B-EA5F88B3C97B}" type="sibTrans" cxnId="{101BFA15-8076-4636-AA05-E1AE701EFAA0}">
      <dgm:prSet/>
      <dgm:spPr/>
      <dgm:t>
        <a:bodyPr/>
        <a:lstStyle/>
        <a:p>
          <a:endParaRPr lang="en-US"/>
        </a:p>
      </dgm:t>
    </dgm:pt>
    <dgm:pt modelId="{8B7644B0-14EA-4091-A8E3-0322451E78FA}" type="pres">
      <dgm:prSet presAssocID="{FF48FB93-9B37-4211-8E59-993AF5B86A48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ABBF69C5-5E55-4180-8D62-DD0677A5E03F}" type="pres">
      <dgm:prSet presAssocID="{FF48FB93-9B37-4211-8E59-993AF5B86A48}" presName="cycle" presStyleCnt="0"/>
      <dgm:spPr/>
    </dgm:pt>
    <dgm:pt modelId="{9011C769-01D3-43A0-9F57-554061DB2EA7}" type="pres">
      <dgm:prSet presAssocID="{FF48FB93-9B37-4211-8E59-993AF5B86A48}" presName="centerShape" presStyleCnt="0"/>
      <dgm:spPr/>
    </dgm:pt>
    <dgm:pt modelId="{766BC0DD-6BAA-4AC8-9B80-D6828FEFFB7A}" type="pres">
      <dgm:prSet presAssocID="{FF48FB93-9B37-4211-8E59-993AF5B86A48}" presName="connSite" presStyleLbl="node1" presStyleIdx="0" presStyleCnt="2"/>
      <dgm:spPr/>
    </dgm:pt>
    <dgm:pt modelId="{08BE408C-B361-4B11-98E7-946F5DB582B7}" type="pres">
      <dgm:prSet presAssocID="{FF48FB93-9B37-4211-8E59-993AF5B86A48}" presName="visible" presStyleLbl="node1" presStyleIdx="0" presStyleCnt="2" custAng="5400000" custFlipVert="1" custFlipHor="1" custScaleX="2059" custScaleY="3396" custLinFactNeighborX="-9888" custLinFactNeighborY="-425"/>
      <dgm:spPr>
        <a:noFill/>
      </dgm:spPr>
    </dgm:pt>
    <dgm:pt modelId="{8E5B73CA-2645-4B33-9C0F-6D65FCD87730}" type="pres">
      <dgm:prSet presAssocID="{A374BBD9-7632-48BC-A423-921551E02740}" presName="Name25" presStyleLbl="parChTrans1D1" presStyleIdx="0" presStyleCnt="1"/>
      <dgm:spPr/>
    </dgm:pt>
    <dgm:pt modelId="{DF3D3F9E-5453-4FF2-95F6-8B0578F1A15B}" type="pres">
      <dgm:prSet presAssocID="{5352C813-A023-4DB7-90DE-86EAF9B30BE1}" presName="node" presStyleCnt="0"/>
      <dgm:spPr/>
    </dgm:pt>
    <dgm:pt modelId="{06BC22B7-115E-4A9B-8D7E-267447E34D17}" type="pres">
      <dgm:prSet presAssocID="{5352C813-A023-4DB7-90DE-86EAF9B30BE1}" presName="parentNode" presStyleLbl="node1" presStyleIdx="1" presStyleCnt="2">
        <dgm:presLayoutVars>
          <dgm:chMax val="1"/>
          <dgm:bulletEnabled val="1"/>
        </dgm:presLayoutVars>
      </dgm:prSet>
      <dgm:spPr/>
    </dgm:pt>
    <dgm:pt modelId="{E8115B44-D3D5-418D-8E02-FF0D21FDB33D}" type="pres">
      <dgm:prSet presAssocID="{5352C813-A023-4DB7-90DE-86EAF9B30BE1}" presName="childNode" presStyleLbl="revTx" presStyleIdx="0" presStyleCnt="1">
        <dgm:presLayoutVars>
          <dgm:bulletEnabled val="1"/>
        </dgm:presLayoutVars>
      </dgm:prSet>
      <dgm:spPr/>
    </dgm:pt>
  </dgm:ptLst>
  <dgm:cxnLst>
    <dgm:cxn modelId="{101BFA15-8076-4636-AA05-E1AE701EFAA0}" srcId="{5352C813-A023-4DB7-90DE-86EAF9B30BE1}" destId="{1AF7FEA8-C11D-444B-980C-D3A24D854A46}" srcOrd="5" destOrd="0" parTransId="{604961A3-3363-40BC-8B90-C83D383704DB}" sibTransId="{D6BB28A1-941C-48C4-A38B-EA5F88B3C97B}"/>
    <dgm:cxn modelId="{2CFA3437-F4AE-4F20-8F78-65DC9E9E6174}" type="presOf" srcId="{31C0C19A-2C2E-4554-AECF-777AC662FB79}" destId="{E8115B44-D3D5-418D-8E02-FF0D21FDB33D}" srcOrd="0" destOrd="2" presId="urn:microsoft.com/office/officeart/2005/8/layout/radial2"/>
    <dgm:cxn modelId="{7EA0E13A-AEBA-47B9-B471-2415BB744430}" type="presOf" srcId="{8AF1E1FC-2C76-4321-87AD-18402ED746E9}" destId="{E8115B44-D3D5-418D-8E02-FF0D21FDB33D}" srcOrd="0" destOrd="4" presId="urn:microsoft.com/office/officeart/2005/8/layout/radial2"/>
    <dgm:cxn modelId="{F7881666-7DC4-4B61-82EE-67A1C0DD7FF6}" type="presOf" srcId="{FC305A12-E33E-434D-A27F-5C2857436D7F}" destId="{E8115B44-D3D5-418D-8E02-FF0D21FDB33D}" srcOrd="0" destOrd="0" presId="urn:microsoft.com/office/officeart/2005/8/layout/radial2"/>
    <dgm:cxn modelId="{C9558666-64AD-4827-914E-25DBF3B9074A}" srcId="{5352C813-A023-4DB7-90DE-86EAF9B30BE1}" destId="{2943F8BA-CF05-4524-85FE-EA1908DAC2F8}" srcOrd="3" destOrd="0" parTransId="{4E7C4740-9538-4030-B9FD-547F89E1C71C}" sibTransId="{5C89EBBE-0C32-4290-AD92-D8D93D231729}"/>
    <dgm:cxn modelId="{ECA75247-A990-4899-B641-0E3472078E1D}" srcId="{5352C813-A023-4DB7-90DE-86EAF9B30BE1}" destId="{8AF1E1FC-2C76-4321-87AD-18402ED746E9}" srcOrd="4" destOrd="0" parTransId="{801A41DB-86AC-4FE4-85AE-E595EBEA52C2}" sibTransId="{9EBC7505-5F37-4BDD-ACB5-1663F7ABD61E}"/>
    <dgm:cxn modelId="{F4925A6B-FB01-4F90-8619-8584B5030C52}" srcId="{5352C813-A023-4DB7-90DE-86EAF9B30BE1}" destId="{E0A032A4-5939-454B-9D16-11E6EBFC6DC4}" srcOrd="1" destOrd="0" parTransId="{1AA1FB4F-491E-4506-B710-BEC2AA2B2C9E}" sibTransId="{6DD641D8-45B5-431C-83C0-AC71E026E4E0}"/>
    <dgm:cxn modelId="{92B2116C-74AA-4779-8DC1-11C12EAD90EB}" srcId="{5352C813-A023-4DB7-90DE-86EAF9B30BE1}" destId="{FC305A12-E33E-434D-A27F-5C2857436D7F}" srcOrd="0" destOrd="0" parTransId="{93DEF299-9213-49EB-9D3F-4027A83F6013}" sibTransId="{3E31337D-BED0-480F-8B87-AB8B9F715A28}"/>
    <dgm:cxn modelId="{65C5FD8F-F809-41FD-9758-B101E6D7C788}" type="presOf" srcId="{E0A032A4-5939-454B-9D16-11E6EBFC6DC4}" destId="{E8115B44-D3D5-418D-8E02-FF0D21FDB33D}" srcOrd="0" destOrd="1" presId="urn:microsoft.com/office/officeart/2005/8/layout/radial2"/>
    <dgm:cxn modelId="{CB745794-F7F6-40F6-AE8E-A0152CB553E8}" type="presOf" srcId="{2943F8BA-CF05-4524-85FE-EA1908DAC2F8}" destId="{E8115B44-D3D5-418D-8E02-FF0D21FDB33D}" srcOrd="0" destOrd="3" presId="urn:microsoft.com/office/officeart/2005/8/layout/radial2"/>
    <dgm:cxn modelId="{C37C9E98-7F67-4B93-87A6-67809AA647DF}" type="presOf" srcId="{FF48FB93-9B37-4211-8E59-993AF5B86A48}" destId="{8B7644B0-14EA-4091-A8E3-0322451E78FA}" srcOrd="0" destOrd="0" presId="urn:microsoft.com/office/officeart/2005/8/layout/radial2"/>
    <dgm:cxn modelId="{274C32B1-EB0C-43D4-BC58-CBFB8DA0B2A5}" type="presOf" srcId="{1AF7FEA8-C11D-444B-980C-D3A24D854A46}" destId="{E8115B44-D3D5-418D-8E02-FF0D21FDB33D}" srcOrd="0" destOrd="5" presId="urn:microsoft.com/office/officeart/2005/8/layout/radial2"/>
    <dgm:cxn modelId="{F57D44D3-0B7D-4128-ACC5-6B429EDFE110}" type="presOf" srcId="{5352C813-A023-4DB7-90DE-86EAF9B30BE1}" destId="{06BC22B7-115E-4A9B-8D7E-267447E34D17}" srcOrd="0" destOrd="0" presId="urn:microsoft.com/office/officeart/2005/8/layout/radial2"/>
    <dgm:cxn modelId="{8AB70BDF-D02C-4686-A932-CD64A7CFCBFD}" type="presOf" srcId="{A374BBD9-7632-48BC-A423-921551E02740}" destId="{8E5B73CA-2645-4B33-9C0F-6D65FCD87730}" srcOrd="0" destOrd="0" presId="urn:microsoft.com/office/officeart/2005/8/layout/radial2"/>
    <dgm:cxn modelId="{CCFCAEE5-F8C3-4CE8-AEE0-F247E0418A30}" srcId="{FF48FB93-9B37-4211-8E59-993AF5B86A48}" destId="{5352C813-A023-4DB7-90DE-86EAF9B30BE1}" srcOrd="0" destOrd="0" parTransId="{A374BBD9-7632-48BC-A423-921551E02740}" sibTransId="{BE9BDEA1-3881-43DF-B884-DBC8A6BC7B50}"/>
    <dgm:cxn modelId="{8D5BAEE6-D18D-4867-8A7F-E5230387F76D}" srcId="{5352C813-A023-4DB7-90DE-86EAF9B30BE1}" destId="{31C0C19A-2C2E-4554-AECF-777AC662FB79}" srcOrd="2" destOrd="0" parTransId="{20EB6114-6A4E-484A-928A-25D43D8706B2}" sibTransId="{9A604075-7A06-45E5-BE80-97BEFF7D7D20}"/>
    <dgm:cxn modelId="{68D295C3-809E-419B-AC4E-3CA27B2CC6D6}" type="presParOf" srcId="{8B7644B0-14EA-4091-A8E3-0322451E78FA}" destId="{ABBF69C5-5E55-4180-8D62-DD0677A5E03F}" srcOrd="0" destOrd="0" presId="urn:microsoft.com/office/officeart/2005/8/layout/radial2"/>
    <dgm:cxn modelId="{34C8B1F8-DBB6-4913-8D33-4A70B1906337}" type="presParOf" srcId="{ABBF69C5-5E55-4180-8D62-DD0677A5E03F}" destId="{9011C769-01D3-43A0-9F57-554061DB2EA7}" srcOrd="0" destOrd="0" presId="urn:microsoft.com/office/officeart/2005/8/layout/radial2"/>
    <dgm:cxn modelId="{3E8333BF-3779-43FD-8A62-104D81B91239}" type="presParOf" srcId="{9011C769-01D3-43A0-9F57-554061DB2EA7}" destId="{766BC0DD-6BAA-4AC8-9B80-D6828FEFFB7A}" srcOrd="0" destOrd="0" presId="urn:microsoft.com/office/officeart/2005/8/layout/radial2"/>
    <dgm:cxn modelId="{0B3DF1AF-3913-4D3B-9460-C56CEBC10302}" type="presParOf" srcId="{9011C769-01D3-43A0-9F57-554061DB2EA7}" destId="{08BE408C-B361-4B11-98E7-946F5DB582B7}" srcOrd="1" destOrd="0" presId="urn:microsoft.com/office/officeart/2005/8/layout/radial2"/>
    <dgm:cxn modelId="{A8B584D4-5615-477E-8371-BBC3C9C94AC5}" type="presParOf" srcId="{ABBF69C5-5E55-4180-8D62-DD0677A5E03F}" destId="{8E5B73CA-2645-4B33-9C0F-6D65FCD87730}" srcOrd="1" destOrd="0" presId="urn:microsoft.com/office/officeart/2005/8/layout/radial2"/>
    <dgm:cxn modelId="{940F0590-5B1A-4C85-9255-833C8463C2FB}" type="presParOf" srcId="{ABBF69C5-5E55-4180-8D62-DD0677A5E03F}" destId="{DF3D3F9E-5453-4FF2-95F6-8B0578F1A15B}" srcOrd="2" destOrd="0" presId="urn:microsoft.com/office/officeart/2005/8/layout/radial2"/>
    <dgm:cxn modelId="{645AEAB3-8186-4ECF-A20D-B777BD8E1390}" type="presParOf" srcId="{DF3D3F9E-5453-4FF2-95F6-8B0578F1A15B}" destId="{06BC22B7-115E-4A9B-8D7E-267447E34D17}" srcOrd="0" destOrd="0" presId="urn:microsoft.com/office/officeart/2005/8/layout/radial2"/>
    <dgm:cxn modelId="{85192D04-6489-477A-9F1E-5AD775F9A754}" type="presParOf" srcId="{DF3D3F9E-5453-4FF2-95F6-8B0578F1A15B}" destId="{E8115B44-D3D5-418D-8E02-FF0D21FDB33D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983492-5F0D-4632-82E9-7C9E32A4BD6B}">
      <dsp:nvSpPr>
        <dsp:cNvPr id="0" name=""/>
        <dsp:cNvSpPr/>
      </dsp:nvSpPr>
      <dsp:spPr>
        <a:xfrm>
          <a:off x="6692561" y="912833"/>
          <a:ext cx="757933" cy="2630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542"/>
              </a:lnTo>
              <a:lnTo>
                <a:pt x="757933" y="131542"/>
              </a:lnTo>
              <a:lnTo>
                <a:pt x="757933" y="263084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B4060F-4A21-4CDA-980C-C70F939288B4}">
      <dsp:nvSpPr>
        <dsp:cNvPr id="0" name=""/>
        <dsp:cNvSpPr/>
      </dsp:nvSpPr>
      <dsp:spPr>
        <a:xfrm>
          <a:off x="5934628" y="1802309"/>
          <a:ext cx="3789668" cy="2630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542"/>
              </a:lnTo>
              <a:lnTo>
                <a:pt x="3789668" y="131542"/>
              </a:lnTo>
              <a:lnTo>
                <a:pt x="3789668" y="263084"/>
              </a:lnTo>
            </a:path>
          </a:pathLst>
        </a:custGeom>
        <a:noFill/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068AAC-E767-451F-9D64-1799D8A1E947}">
      <dsp:nvSpPr>
        <dsp:cNvPr id="0" name=""/>
        <dsp:cNvSpPr/>
      </dsp:nvSpPr>
      <dsp:spPr>
        <a:xfrm>
          <a:off x="5934628" y="1802309"/>
          <a:ext cx="2273800" cy="2630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542"/>
              </a:lnTo>
              <a:lnTo>
                <a:pt x="2273800" y="131542"/>
              </a:lnTo>
              <a:lnTo>
                <a:pt x="2273800" y="263084"/>
              </a:lnTo>
            </a:path>
          </a:pathLst>
        </a:custGeom>
        <a:noFill/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F90F2B-5995-4E92-BE05-1352942CA2EF}">
      <dsp:nvSpPr>
        <dsp:cNvPr id="0" name=""/>
        <dsp:cNvSpPr/>
      </dsp:nvSpPr>
      <dsp:spPr>
        <a:xfrm>
          <a:off x="5934628" y="1802309"/>
          <a:ext cx="757933" cy="2630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542"/>
              </a:lnTo>
              <a:lnTo>
                <a:pt x="757933" y="131542"/>
              </a:lnTo>
              <a:lnTo>
                <a:pt x="757933" y="263084"/>
              </a:lnTo>
            </a:path>
          </a:pathLst>
        </a:custGeom>
        <a:noFill/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624648-465A-41DA-9CEE-7BD464549DAC}">
      <dsp:nvSpPr>
        <dsp:cNvPr id="0" name=""/>
        <dsp:cNvSpPr/>
      </dsp:nvSpPr>
      <dsp:spPr>
        <a:xfrm>
          <a:off x="5176694" y="1802309"/>
          <a:ext cx="757933" cy="263084"/>
        </a:xfrm>
        <a:custGeom>
          <a:avLst/>
          <a:gdLst/>
          <a:ahLst/>
          <a:cxnLst/>
          <a:rect l="0" t="0" r="0" b="0"/>
          <a:pathLst>
            <a:path>
              <a:moveTo>
                <a:pt x="757933" y="0"/>
              </a:moveTo>
              <a:lnTo>
                <a:pt x="757933" y="131542"/>
              </a:lnTo>
              <a:lnTo>
                <a:pt x="0" y="131542"/>
              </a:lnTo>
              <a:lnTo>
                <a:pt x="0" y="263084"/>
              </a:lnTo>
            </a:path>
          </a:pathLst>
        </a:custGeom>
        <a:noFill/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6EE884-20E1-45A8-A5D7-56C483FF0262}">
      <dsp:nvSpPr>
        <dsp:cNvPr id="0" name=""/>
        <dsp:cNvSpPr/>
      </dsp:nvSpPr>
      <dsp:spPr>
        <a:xfrm>
          <a:off x="3660827" y="1802309"/>
          <a:ext cx="2273800" cy="263084"/>
        </a:xfrm>
        <a:custGeom>
          <a:avLst/>
          <a:gdLst/>
          <a:ahLst/>
          <a:cxnLst/>
          <a:rect l="0" t="0" r="0" b="0"/>
          <a:pathLst>
            <a:path>
              <a:moveTo>
                <a:pt x="2273800" y="0"/>
              </a:moveTo>
              <a:lnTo>
                <a:pt x="2273800" y="131542"/>
              </a:lnTo>
              <a:lnTo>
                <a:pt x="0" y="131542"/>
              </a:lnTo>
              <a:lnTo>
                <a:pt x="0" y="263084"/>
              </a:lnTo>
            </a:path>
          </a:pathLst>
        </a:custGeom>
        <a:noFill/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C12885-3662-466C-B427-59C71182F068}">
      <dsp:nvSpPr>
        <dsp:cNvPr id="0" name=""/>
        <dsp:cNvSpPr/>
      </dsp:nvSpPr>
      <dsp:spPr>
        <a:xfrm>
          <a:off x="4675581" y="4470736"/>
          <a:ext cx="187917" cy="5762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6280"/>
              </a:lnTo>
              <a:lnTo>
                <a:pt x="187917" y="576280"/>
              </a:lnTo>
            </a:path>
          </a:pathLst>
        </a:custGeom>
        <a:noFill/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B3A4B1-AAA0-4C85-A717-41715A6ABA67}">
      <dsp:nvSpPr>
        <dsp:cNvPr id="0" name=""/>
        <dsp:cNvSpPr/>
      </dsp:nvSpPr>
      <dsp:spPr>
        <a:xfrm>
          <a:off x="2902893" y="3581261"/>
          <a:ext cx="2273800" cy="2630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542"/>
              </a:lnTo>
              <a:lnTo>
                <a:pt x="2273800" y="131542"/>
              </a:lnTo>
              <a:lnTo>
                <a:pt x="2273800" y="263084"/>
              </a:lnTo>
            </a:path>
          </a:pathLst>
        </a:custGeom>
        <a:noFill/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A0F54D-8A6F-4C3C-8204-C9848EBA6527}">
      <dsp:nvSpPr>
        <dsp:cNvPr id="0" name=""/>
        <dsp:cNvSpPr/>
      </dsp:nvSpPr>
      <dsp:spPr>
        <a:xfrm>
          <a:off x="2902893" y="3581261"/>
          <a:ext cx="757933" cy="2630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542"/>
              </a:lnTo>
              <a:lnTo>
                <a:pt x="757933" y="131542"/>
              </a:lnTo>
              <a:lnTo>
                <a:pt x="757933" y="263084"/>
              </a:lnTo>
            </a:path>
          </a:pathLst>
        </a:custGeom>
        <a:noFill/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C9E602-A508-4031-94D1-B60C7D6B6733}">
      <dsp:nvSpPr>
        <dsp:cNvPr id="0" name=""/>
        <dsp:cNvSpPr/>
      </dsp:nvSpPr>
      <dsp:spPr>
        <a:xfrm>
          <a:off x="2144960" y="3581261"/>
          <a:ext cx="757933" cy="263084"/>
        </a:xfrm>
        <a:custGeom>
          <a:avLst/>
          <a:gdLst/>
          <a:ahLst/>
          <a:cxnLst/>
          <a:rect l="0" t="0" r="0" b="0"/>
          <a:pathLst>
            <a:path>
              <a:moveTo>
                <a:pt x="757933" y="0"/>
              </a:moveTo>
              <a:lnTo>
                <a:pt x="757933" y="131542"/>
              </a:lnTo>
              <a:lnTo>
                <a:pt x="0" y="131542"/>
              </a:lnTo>
              <a:lnTo>
                <a:pt x="0" y="263084"/>
              </a:lnTo>
            </a:path>
          </a:pathLst>
        </a:custGeom>
        <a:noFill/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22B16C-7732-4FD9-9B1E-7863FD02435D}">
      <dsp:nvSpPr>
        <dsp:cNvPr id="0" name=""/>
        <dsp:cNvSpPr/>
      </dsp:nvSpPr>
      <dsp:spPr>
        <a:xfrm>
          <a:off x="629092" y="3581261"/>
          <a:ext cx="2273800" cy="263084"/>
        </a:xfrm>
        <a:custGeom>
          <a:avLst/>
          <a:gdLst/>
          <a:ahLst/>
          <a:cxnLst/>
          <a:rect l="0" t="0" r="0" b="0"/>
          <a:pathLst>
            <a:path>
              <a:moveTo>
                <a:pt x="2273800" y="0"/>
              </a:moveTo>
              <a:lnTo>
                <a:pt x="2273800" y="131542"/>
              </a:lnTo>
              <a:lnTo>
                <a:pt x="0" y="131542"/>
              </a:lnTo>
              <a:lnTo>
                <a:pt x="0" y="263084"/>
              </a:lnTo>
            </a:path>
          </a:pathLst>
        </a:custGeom>
        <a:noFill/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357450-A640-4E39-8A9D-DEA08B94AE0C}">
      <dsp:nvSpPr>
        <dsp:cNvPr id="0" name=""/>
        <dsp:cNvSpPr/>
      </dsp:nvSpPr>
      <dsp:spPr>
        <a:xfrm>
          <a:off x="2144960" y="2691785"/>
          <a:ext cx="757933" cy="2630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542"/>
              </a:lnTo>
              <a:lnTo>
                <a:pt x="757933" y="131542"/>
              </a:lnTo>
              <a:lnTo>
                <a:pt x="757933" y="263084"/>
              </a:lnTo>
            </a:path>
          </a:pathLst>
        </a:custGeom>
        <a:noFill/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990B88-BCA1-44B1-937D-86C1D9EF31C9}">
      <dsp:nvSpPr>
        <dsp:cNvPr id="0" name=""/>
        <dsp:cNvSpPr/>
      </dsp:nvSpPr>
      <dsp:spPr>
        <a:xfrm>
          <a:off x="1387026" y="2691785"/>
          <a:ext cx="757933" cy="263084"/>
        </a:xfrm>
        <a:custGeom>
          <a:avLst/>
          <a:gdLst/>
          <a:ahLst/>
          <a:cxnLst/>
          <a:rect l="0" t="0" r="0" b="0"/>
          <a:pathLst>
            <a:path>
              <a:moveTo>
                <a:pt x="757933" y="0"/>
              </a:moveTo>
              <a:lnTo>
                <a:pt x="757933" y="131542"/>
              </a:lnTo>
              <a:lnTo>
                <a:pt x="0" y="131542"/>
              </a:lnTo>
              <a:lnTo>
                <a:pt x="0" y="263084"/>
              </a:lnTo>
            </a:path>
          </a:pathLst>
        </a:custGeom>
        <a:noFill/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A268A1-B647-4F64-B53D-5E42ADD60F7E}">
      <dsp:nvSpPr>
        <dsp:cNvPr id="0" name=""/>
        <dsp:cNvSpPr/>
      </dsp:nvSpPr>
      <dsp:spPr>
        <a:xfrm>
          <a:off x="2144960" y="1802309"/>
          <a:ext cx="3789668" cy="263084"/>
        </a:xfrm>
        <a:custGeom>
          <a:avLst/>
          <a:gdLst/>
          <a:ahLst/>
          <a:cxnLst/>
          <a:rect l="0" t="0" r="0" b="0"/>
          <a:pathLst>
            <a:path>
              <a:moveTo>
                <a:pt x="3789668" y="0"/>
              </a:moveTo>
              <a:lnTo>
                <a:pt x="3789668" y="131542"/>
              </a:lnTo>
              <a:lnTo>
                <a:pt x="0" y="131542"/>
              </a:lnTo>
              <a:lnTo>
                <a:pt x="0" y="263084"/>
              </a:lnTo>
            </a:path>
          </a:pathLst>
        </a:custGeom>
        <a:noFill/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CD92E2-C974-499B-AAC1-72F98EAFDB45}">
      <dsp:nvSpPr>
        <dsp:cNvPr id="0" name=""/>
        <dsp:cNvSpPr/>
      </dsp:nvSpPr>
      <dsp:spPr>
        <a:xfrm>
          <a:off x="5934628" y="912833"/>
          <a:ext cx="757933" cy="263084"/>
        </a:xfrm>
        <a:custGeom>
          <a:avLst/>
          <a:gdLst/>
          <a:ahLst/>
          <a:cxnLst/>
          <a:rect l="0" t="0" r="0" b="0"/>
          <a:pathLst>
            <a:path>
              <a:moveTo>
                <a:pt x="757933" y="0"/>
              </a:moveTo>
              <a:lnTo>
                <a:pt x="757933" y="131542"/>
              </a:lnTo>
              <a:lnTo>
                <a:pt x="0" y="131542"/>
              </a:lnTo>
              <a:lnTo>
                <a:pt x="0" y="263084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F0136A-C539-4468-9DF8-6D07D5549D47}">
      <dsp:nvSpPr>
        <dsp:cNvPr id="0" name=""/>
        <dsp:cNvSpPr/>
      </dsp:nvSpPr>
      <dsp:spPr>
        <a:xfrm>
          <a:off x="4550303" y="286442"/>
          <a:ext cx="1252782" cy="6263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International</a:t>
          </a:r>
        </a:p>
      </dsp:txBody>
      <dsp:txXfrm>
        <a:off x="4550303" y="286442"/>
        <a:ext cx="1252782" cy="626391"/>
      </dsp:txXfrm>
    </dsp:sp>
    <dsp:sp modelId="{E7729135-16AE-4C13-BA90-FC32BF43256E}">
      <dsp:nvSpPr>
        <dsp:cNvPr id="0" name=""/>
        <dsp:cNvSpPr/>
      </dsp:nvSpPr>
      <dsp:spPr>
        <a:xfrm>
          <a:off x="6066170" y="286442"/>
          <a:ext cx="1252782" cy="626391"/>
        </a:xfrm>
        <a:prstGeom prst="rect">
          <a:avLst/>
        </a:prstGeom>
        <a:solidFill>
          <a:srgbClr val="FF000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United States</a:t>
          </a:r>
        </a:p>
      </dsp:txBody>
      <dsp:txXfrm>
        <a:off x="6066170" y="286442"/>
        <a:ext cx="1252782" cy="626391"/>
      </dsp:txXfrm>
    </dsp:sp>
    <dsp:sp modelId="{F35176F3-318E-491E-8C06-6ED7E7F7CFEF}">
      <dsp:nvSpPr>
        <dsp:cNvPr id="0" name=""/>
        <dsp:cNvSpPr/>
      </dsp:nvSpPr>
      <dsp:spPr>
        <a:xfrm>
          <a:off x="5308236" y="1175918"/>
          <a:ext cx="1252782" cy="626391"/>
        </a:xfrm>
        <a:prstGeom prst="rect">
          <a:avLst/>
        </a:prstGeom>
        <a:solidFill>
          <a:srgbClr val="FF000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Property &amp; Casualty</a:t>
          </a:r>
        </a:p>
      </dsp:txBody>
      <dsp:txXfrm>
        <a:off x="5308236" y="1175918"/>
        <a:ext cx="1252782" cy="626391"/>
      </dsp:txXfrm>
    </dsp:sp>
    <dsp:sp modelId="{C4EE8943-EEE1-4FBE-B4B4-038F2E87CBD2}">
      <dsp:nvSpPr>
        <dsp:cNvPr id="0" name=""/>
        <dsp:cNvSpPr/>
      </dsp:nvSpPr>
      <dsp:spPr>
        <a:xfrm>
          <a:off x="1518568" y="2065393"/>
          <a:ext cx="1252782" cy="626391"/>
        </a:xfrm>
        <a:prstGeom prst="rect">
          <a:avLst/>
        </a:prstGeom>
        <a:solidFill>
          <a:srgbClr val="FF000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Pricing</a:t>
          </a:r>
        </a:p>
      </dsp:txBody>
      <dsp:txXfrm>
        <a:off x="1518568" y="2065393"/>
        <a:ext cx="1252782" cy="626391"/>
      </dsp:txXfrm>
    </dsp:sp>
    <dsp:sp modelId="{A290E5C6-5589-49D0-AE1C-0C4D693FD110}">
      <dsp:nvSpPr>
        <dsp:cNvPr id="0" name=""/>
        <dsp:cNvSpPr/>
      </dsp:nvSpPr>
      <dsp:spPr>
        <a:xfrm>
          <a:off x="760635" y="2954869"/>
          <a:ext cx="1252782" cy="6263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Personal Lines</a:t>
          </a:r>
        </a:p>
      </dsp:txBody>
      <dsp:txXfrm>
        <a:off x="760635" y="2954869"/>
        <a:ext cx="1252782" cy="626391"/>
      </dsp:txXfrm>
    </dsp:sp>
    <dsp:sp modelId="{1F8C93D2-454E-485E-ABAF-8D5D7642B0F3}">
      <dsp:nvSpPr>
        <dsp:cNvPr id="0" name=""/>
        <dsp:cNvSpPr/>
      </dsp:nvSpPr>
      <dsp:spPr>
        <a:xfrm>
          <a:off x="2276502" y="2954869"/>
          <a:ext cx="1252782" cy="626391"/>
        </a:xfrm>
        <a:prstGeom prst="rect">
          <a:avLst/>
        </a:prstGeom>
        <a:solidFill>
          <a:srgbClr val="FF000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Commercial </a:t>
          </a:r>
          <a:r>
            <a:rPr lang="en-US" sz="1300" kern="1200" dirty="0"/>
            <a:t>Lines</a:t>
          </a:r>
        </a:p>
      </dsp:txBody>
      <dsp:txXfrm>
        <a:off x="2276502" y="2954869"/>
        <a:ext cx="1252782" cy="626391"/>
      </dsp:txXfrm>
    </dsp:sp>
    <dsp:sp modelId="{14ACD413-E698-4968-A034-B1EBA51E6F52}">
      <dsp:nvSpPr>
        <dsp:cNvPr id="0" name=""/>
        <dsp:cNvSpPr/>
      </dsp:nvSpPr>
      <dsp:spPr>
        <a:xfrm>
          <a:off x="2701" y="3844345"/>
          <a:ext cx="1252782" cy="6263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General Liability</a:t>
          </a:r>
          <a:endParaRPr lang="en-US" sz="1300" kern="1200" dirty="0"/>
        </a:p>
      </dsp:txBody>
      <dsp:txXfrm>
        <a:off x="2701" y="3844345"/>
        <a:ext cx="1252782" cy="626391"/>
      </dsp:txXfrm>
    </dsp:sp>
    <dsp:sp modelId="{5872CE27-0FC0-4BB4-AE0E-65D56EFD2E1C}">
      <dsp:nvSpPr>
        <dsp:cNvPr id="0" name=""/>
        <dsp:cNvSpPr/>
      </dsp:nvSpPr>
      <dsp:spPr>
        <a:xfrm>
          <a:off x="1518568" y="3844345"/>
          <a:ext cx="1252782" cy="6263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Commercial Property</a:t>
          </a:r>
          <a:endParaRPr lang="en-US" sz="1300" kern="1200" dirty="0"/>
        </a:p>
      </dsp:txBody>
      <dsp:txXfrm>
        <a:off x="1518568" y="3844345"/>
        <a:ext cx="1252782" cy="626391"/>
      </dsp:txXfrm>
    </dsp:sp>
    <dsp:sp modelId="{7136A46E-DE3B-4179-9A42-36D1D0D2E472}">
      <dsp:nvSpPr>
        <dsp:cNvPr id="0" name=""/>
        <dsp:cNvSpPr/>
      </dsp:nvSpPr>
      <dsp:spPr>
        <a:xfrm>
          <a:off x="3034435" y="3844345"/>
          <a:ext cx="1252782" cy="6263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Worker’s Compensation</a:t>
          </a:r>
        </a:p>
      </dsp:txBody>
      <dsp:txXfrm>
        <a:off x="3034435" y="3844345"/>
        <a:ext cx="1252782" cy="626391"/>
      </dsp:txXfrm>
    </dsp:sp>
    <dsp:sp modelId="{FB2E0588-20CB-48E9-AD77-4EBE36B3C6EE}">
      <dsp:nvSpPr>
        <dsp:cNvPr id="0" name=""/>
        <dsp:cNvSpPr/>
      </dsp:nvSpPr>
      <dsp:spPr>
        <a:xfrm>
          <a:off x="4550303" y="3844345"/>
          <a:ext cx="1252782" cy="626391"/>
        </a:xfrm>
        <a:prstGeom prst="rect">
          <a:avLst/>
        </a:prstGeom>
        <a:solidFill>
          <a:srgbClr val="FF000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Commercial Auto</a:t>
          </a:r>
        </a:p>
      </dsp:txBody>
      <dsp:txXfrm>
        <a:off x="4550303" y="3844345"/>
        <a:ext cx="1252782" cy="626391"/>
      </dsp:txXfrm>
    </dsp:sp>
    <dsp:sp modelId="{83B22B02-90B2-4D46-81F7-A4B9CE785652}">
      <dsp:nvSpPr>
        <dsp:cNvPr id="0" name=""/>
        <dsp:cNvSpPr/>
      </dsp:nvSpPr>
      <dsp:spPr>
        <a:xfrm>
          <a:off x="4863498" y="4733821"/>
          <a:ext cx="1252782" cy="6263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/>
        </a:p>
      </dsp:txBody>
      <dsp:txXfrm>
        <a:off x="4863498" y="4733821"/>
        <a:ext cx="1252782" cy="626391"/>
      </dsp:txXfrm>
    </dsp:sp>
    <dsp:sp modelId="{5DA0C68B-4EB4-4A75-B3AA-00F6812998A7}">
      <dsp:nvSpPr>
        <dsp:cNvPr id="0" name=""/>
        <dsp:cNvSpPr/>
      </dsp:nvSpPr>
      <dsp:spPr>
        <a:xfrm>
          <a:off x="3034435" y="2065393"/>
          <a:ext cx="1252782" cy="6263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Reserving</a:t>
          </a:r>
          <a:endParaRPr lang="en-US" sz="1300" kern="1200" dirty="0"/>
        </a:p>
      </dsp:txBody>
      <dsp:txXfrm>
        <a:off x="3034435" y="2065393"/>
        <a:ext cx="1252782" cy="626391"/>
      </dsp:txXfrm>
    </dsp:sp>
    <dsp:sp modelId="{48C6D648-FD80-4D6A-B98C-0C36C951CD10}">
      <dsp:nvSpPr>
        <dsp:cNvPr id="0" name=""/>
        <dsp:cNvSpPr/>
      </dsp:nvSpPr>
      <dsp:spPr>
        <a:xfrm>
          <a:off x="4550303" y="2065393"/>
          <a:ext cx="1252782" cy="6263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Capital Modeling/ERM</a:t>
          </a:r>
        </a:p>
      </dsp:txBody>
      <dsp:txXfrm>
        <a:off x="4550303" y="2065393"/>
        <a:ext cx="1252782" cy="626391"/>
      </dsp:txXfrm>
    </dsp:sp>
    <dsp:sp modelId="{591D1B27-9E5C-4338-8BCC-357C704512E0}">
      <dsp:nvSpPr>
        <dsp:cNvPr id="0" name=""/>
        <dsp:cNvSpPr/>
      </dsp:nvSpPr>
      <dsp:spPr>
        <a:xfrm>
          <a:off x="6066170" y="2065393"/>
          <a:ext cx="1252782" cy="6263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Catastrophe Modeling</a:t>
          </a:r>
        </a:p>
      </dsp:txBody>
      <dsp:txXfrm>
        <a:off x="6066170" y="2065393"/>
        <a:ext cx="1252782" cy="626391"/>
      </dsp:txXfrm>
    </dsp:sp>
    <dsp:sp modelId="{3621BEB9-7651-4AD0-9F0E-D3A54713D6D4}">
      <dsp:nvSpPr>
        <dsp:cNvPr id="0" name=""/>
        <dsp:cNvSpPr/>
      </dsp:nvSpPr>
      <dsp:spPr>
        <a:xfrm>
          <a:off x="7582037" y="2065393"/>
          <a:ext cx="1252782" cy="6263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Reinsurance</a:t>
          </a:r>
        </a:p>
      </dsp:txBody>
      <dsp:txXfrm>
        <a:off x="7582037" y="2065393"/>
        <a:ext cx="1252782" cy="626391"/>
      </dsp:txXfrm>
    </dsp:sp>
    <dsp:sp modelId="{05426E54-FAC1-4BC4-A944-ED4F79452D5B}">
      <dsp:nvSpPr>
        <dsp:cNvPr id="0" name=""/>
        <dsp:cNvSpPr/>
      </dsp:nvSpPr>
      <dsp:spPr>
        <a:xfrm>
          <a:off x="9097904" y="2065393"/>
          <a:ext cx="1252782" cy="6263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Other</a:t>
          </a:r>
        </a:p>
      </dsp:txBody>
      <dsp:txXfrm>
        <a:off x="9097904" y="2065393"/>
        <a:ext cx="1252782" cy="626391"/>
      </dsp:txXfrm>
    </dsp:sp>
    <dsp:sp modelId="{D9029C74-1D9A-41E9-BFB7-0DF014530BF3}">
      <dsp:nvSpPr>
        <dsp:cNvPr id="0" name=""/>
        <dsp:cNvSpPr/>
      </dsp:nvSpPr>
      <dsp:spPr>
        <a:xfrm>
          <a:off x="6824103" y="1175918"/>
          <a:ext cx="1252782" cy="6263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Everything Else</a:t>
          </a:r>
        </a:p>
      </dsp:txBody>
      <dsp:txXfrm>
        <a:off x="6824103" y="1175918"/>
        <a:ext cx="1252782" cy="6263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5B73CA-2645-4B33-9C0F-6D65FCD87730}">
      <dsp:nvSpPr>
        <dsp:cNvPr id="0" name=""/>
        <dsp:cNvSpPr/>
      </dsp:nvSpPr>
      <dsp:spPr>
        <a:xfrm>
          <a:off x="1721890" y="2266610"/>
          <a:ext cx="606447" cy="67060"/>
        </a:xfrm>
        <a:custGeom>
          <a:avLst/>
          <a:gdLst/>
          <a:ahLst/>
          <a:cxnLst/>
          <a:rect l="0" t="0" r="0" b="0"/>
          <a:pathLst>
            <a:path>
              <a:moveTo>
                <a:pt x="0" y="33530"/>
              </a:moveTo>
              <a:lnTo>
                <a:pt x="606447" y="33530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BE408C-B361-4B11-98E7-946F5DB582B7}">
      <dsp:nvSpPr>
        <dsp:cNvPr id="0" name=""/>
        <dsp:cNvSpPr/>
      </dsp:nvSpPr>
      <dsp:spPr>
        <a:xfrm rot="5400000" flipH="1" flipV="1">
          <a:off x="702362" y="2253002"/>
          <a:ext cx="45716" cy="75403"/>
        </a:xfrm>
        <a:prstGeom prst="ellipse">
          <a:avLst/>
        </a:prstGeom>
        <a:noFill/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BC22B7-115E-4A9B-8D7E-267447E34D17}">
      <dsp:nvSpPr>
        <dsp:cNvPr id="0" name=""/>
        <dsp:cNvSpPr/>
      </dsp:nvSpPr>
      <dsp:spPr>
        <a:xfrm>
          <a:off x="2328338" y="1634036"/>
          <a:ext cx="1332208" cy="1332208"/>
        </a:xfrm>
        <a:prstGeom prst="ellipse">
          <a:avLst/>
        </a:prstGeom>
        <a:solidFill>
          <a:srgbClr val="FF000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Data Science</a:t>
          </a:r>
        </a:p>
      </dsp:txBody>
      <dsp:txXfrm>
        <a:off x="2523435" y="1829133"/>
        <a:ext cx="942014" cy="942014"/>
      </dsp:txXfrm>
    </dsp:sp>
    <dsp:sp modelId="{E8115B44-D3D5-418D-8E02-FF0D21FDB33D}">
      <dsp:nvSpPr>
        <dsp:cNvPr id="0" name=""/>
        <dsp:cNvSpPr/>
      </dsp:nvSpPr>
      <dsp:spPr>
        <a:xfrm>
          <a:off x="3793768" y="1634036"/>
          <a:ext cx="1998313" cy="13322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Pricing Actuaries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Data Analysts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Product Management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Underwriting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IT / Deployment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Regulatory &amp; Legal</a:t>
          </a:r>
        </a:p>
      </dsp:txBody>
      <dsp:txXfrm>
        <a:off x="3793768" y="1634036"/>
        <a:ext cx="1998313" cy="13322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0A05E1-C7AA-40F6-9823-7573206D48FA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707DB8-AF67-47A2-AE0C-6B7A0D7AF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09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07DB8-AF67-47A2-AE0C-6B7A0D7AFCA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03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F056F-9FCB-4A1B-A1D6-2F8D92CF869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06AE28B-DAC5-499C-9BDC-B195912CC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06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F056F-9FCB-4A1B-A1D6-2F8D92CF869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AE28B-DAC5-499C-9BDC-B195912CC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02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F056F-9FCB-4A1B-A1D6-2F8D92CF869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06AE28B-DAC5-499C-9BDC-B195912CC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179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F056F-9FCB-4A1B-A1D6-2F8D92CF869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06AE28B-DAC5-499C-9BDC-B195912CC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676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F056F-9FCB-4A1B-A1D6-2F8D92CF869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06AE28B-DAC5-499C-9BDC-B195912CC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997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F056F-9FCB-4A1B-A1D6-2F8D92CF869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AE28B-DAC5-499C-9BDC-B195912CC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72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F056F-9FCB-4A1B-A1D6-2F8D92CF869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AE28B-DAC5-499C-9BDC-B195912CC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831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F056F-9FCB-4A1B-A1D6-2F8D92CF869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AE28B-DAC5-499C-9BDC-B195912CC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46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F056F-9FCB-4A1B-A1D6-2F8D92CF869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06AE28B-DAC5-499C-9BDC-B195912CC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946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F056F-9FCB-4A1B-A1D6-2F8D92CF869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06AE28B-DAC5-499C-9BDC-B195912CC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999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F056F-9FCB-4A1B-A1D6-2F8D92CF869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06AE28B-DAC5-499C-9BDC-B195912CC51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9454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F056F-9FCB-4A1B-A1D6-2F8D92CF869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06AE28B-DAC5-499C-9BDC-B195912CC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501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F056F-9FCB-4A1B-A1D6-2F8D92CF869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06AE28B-DAC5-499C-9BDC-B195912CC51E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4972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F056F-9FCB-4A1B-A1D6-2F8D92CF869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06AE28B-DAC5-499C-9BDC-B195912CC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4384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F056F-9FCB-4A1B-A1D6-2F8D92CF869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AE28B-DAC5-499C-9BDC-B195912CC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7902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F056F-9FCB-4A1B-A1D6-2F8D92CF869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AE28B-DAC5-499C-9BDC-B195912CC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186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F056F-9FCB-4A1B-A1D6-2F8D92CF8697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06AE28B-DAC5-499C-9BDC-B195912CC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257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image" Target="../media/image1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ctuarialdatascience.org/ADS-Tutorial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4FDCB-42A6-C2B3-337A-E8E31C261D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Actuarial Predictive Modeling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E196FF-1150-8AB9-C8FD-BEB970F526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Joe Warth ‘13</a:t>
            </a:r>
          </a:p>
        </p:txBody>
      </p:sp>
    </p:spTree>
    <p:extLst>
      <p:ext uri="{BB962C8B-B14F-4D97-AF65-F5344CB8AC3E}">
        <p14:creationId xmlns:p14="http://schemas.microsoft.com/office/powerpoint/2010/main" val="241715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567F3-AA51-35D9-7152-10198B11B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A608C-FF38-B589-05A9-14B163ABF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Actuarial Universe (and where I fit in)</a:t>
            </a:r>
          </a:p>
          <a:p>
            <a:r>
              <a:rPr lang="en-US" dirty="0"/>
              <a:t>Basics of Pricing</a:t>
            </a:r>
          </a:p>
          <a:p>
            <a:r>
              <a:rPr lang="en-US" dirty="0"/>
              <a:t>Case Study: French Motor Liability Claims</a:t>
            </a:r>
          </a:p>
          <a:p>
            <a:r>
              <a:rPr lang="en-US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197103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F89E7E76-C31E-A699-CEAE-2E354D691D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6006176"/>
              </p:ext>
            </p:extLst>
          </p:nvPr>
        </p:nvGraphicFramePr>
        <p:xfrm>
          <a:off x="1043617" y="1003956"/>
          <a:ext cx="10353389" cy="56466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8F5C0661-3C9B-CB1F-8DD2-A6669C01F0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3506845"/>
              </p:ext>
            </p:extLst>
          </p:nvPr>
        </p:nvGraphicFramePr>
        <p:xfrm>
          <a:off x="3995439" y="3750258"/>
          <a:ext cx="5959729" cy="4600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EB49E947-301E-7237-41B6-C4DF3C2D3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8949" y="624110"/>
            <a:ext cx="8911687" cy="1280890"/>
          </a:xfrm>
        </p:spPr>
        <p:txBody>
          <a:bodyPr/>
          <a:lstStyle/>
          <a:p>
            <a:r>
              <a:rPr lang="en-US" dirty="0"/>
              <a:t>Actuarial Universe</a:t>
            </a:r>
          </a:p>
        </p:txBody>
      </p:sp>
      <p:pic>
        <p:nvPicPr>
          <p:cNvPr id="2050" name="Picture 2" descr="Casualty Actuarial Society | LinkedIn">
            <a:extLst>
              <a:ext uri="{FF2B5EF4-FFF2-40B4-BE49-F238E27FC236}">
                <a16:creationId xmlns:a16="http://schemas.microsoft.com/office/drawing/2014/main" id="{CB890EF2-118B-67DF-ADD1-8E4129EA3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401" y="2050330"/>
            <a:ext cx="762392" cy="762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ctuaries (SOA) - A Guide on ASA, CERA ...">
            <a:extLst>
              <a:ext uri="{FF2B5EF4-FFF2-40B4-BE49-F238E27FC236}">
                <a16:creationId xmlns:a16="http://schemas.microsoft.com/office/drawing/2014/main" id="{405100E7-EC5A-19E7-CE05-2A7B8F60C0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52" t="27151" r="11732" b="28908"/>
          <a:stretch>
            <a:fillRect/>
          </a:stretch>
        </p:blipFill>
        <p:spPr bwMode="auto">
          <a:xfrm>
            <a:off x="9144000" y="2124590"/>
            <a:ext cx="1390344" cy="52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0836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EC6C1-EFEC-DE52-2F1F-CFABC2BAE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Pricing 101: How the money 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9859A-730C-DFB6-6B49-46C7F828B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803660"/>
            <a:ext cx="8915400" cy="4276627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Customer asks Insurance Company for a promise: if I financially harm someone in the next __ months (usually 6 or 12), you pay the damages instead</a:t>
            </a:r>
          </a:p>
          <a:p>
            <a:r>
              <a:rPr lang="en-US" dirty="0"/>
              <a:t>Insurance Company charges </a:t>
            </a:r>
            <a:r>
              <a:rPr lang="en-US" b="1" dirty="0"/>
              <a:t>Premium</a:t>
            </a:r>
            <a:r>
              <a:rPr lang="en-US" dirty="0"/>
              <a:t> up front for the contract</a:t>
            </a:r>
          </a:p>
          <a:p>
            <a:r>
              <a:rPr lang="en-US" dirty="0"/>
              <a:t>The contract’s fundamental unit is called an </a:t>
            </a:r>
            <a:r>
              <a:rPr lang="en-US" b="1" dirty="0"/>
              <a:t>Exposure</a:t>
            </a:r>
          </a:p>
          <a:p>
            <a:pPr lvl="1"/>
            <a:r>
              <a:rPr lang="en-US" dirty="0"/>
              <a:t>For Auto insurance, this is Car Months or Car Years</a:t>
            </a:r>
          </a:p>
          <a:p>
            <a:pPr lvl="2"/>
            <a:r>
              <a:rPr lang="en-US" dirty="0"/>
              <a:t>Cover 1 car for 6 months = 6 Car Months = 0.5 Car Years</a:t>
            </a:r>
          </a:p>
          <a:p>
            <a:pPr lvl="2"/>
            <a:r>
              <a:rPr lang="en-US" i="1" dirty="0"/>
              <a:t>Question</a:t>
            </a:r>
            <a:r>
              <a:rPr lang="en-US" dirty="0"/>
              <a:t>: How many exposures if you cover 2 cars for 6 months?</a:t>
            </a:r>
          </a:p>
          <a:p>
            <a:r>
              <a:rPr lang="en-US" dirty="0"/>
              <a:t>If a damaging event occurs, this is called a </a:t>
            </a:r>
            <a:r>
              <a:rPr lang="en-US" b="1" dirty="0"/>
              <a:t>Claim</a:t>
            </a:r>
          </a:p>
          <a:p>
            <a:pPr lvl="1"/>
            <a:r>
              <a:rPr lang="en-US" dirty="0"/>
              <a:t>This is the fundamental unit of loss</a:t>
            </a:r>
          </a:p>
          <a:p>
            <a:r>
              <a:rPr lang="en-US" dirty="0"/>
              <a:t>The amount of money it costs to resolve those damages is called the </a:t>
            </a:r>
            <a:r>
              <a:rPr lang="en-US" b="1" dirty="0"/>
              <a:t>Loss</a:t>
            </a:r>
            <a:endParaRPr lang="en-US" dirty="0"/>
          </a:p>
          <a:p>
            <a:r>
              <a:rPr lang="en-US" dirty="0"/>
              <a:t>Insurance Company also has </a:t>
            </a:r>
            <a:r>
              <a:rPr lang="en-US" b="1" dirty="0"/>
              <a:t>Expense</a:t>
            </a:r>
            <a:r>
              <a:rPr lang="en-US" dirty="0"/>
              <a:t> (salaries, rent, etc.) that it pays just to operate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2300" dirty="0"/>
              <a:t>Remember: </a:t>
            </a:r>
            <a:r>
              <a:rPr lang="en-US" sz="2300" b="1" dirty="0"/>
              <a:t>Premium</a:t>
            </a:r>
            <a:r>
              <a:rPr lang="en-US" sz="2300" dirty="0"/>
              <a:t>, </a:t>
            </a:r>
            <a:r>
              <a:rPr lang="en-US" sz="2300" b="1" dirty="0"/>
              <a:t>Exposure</a:t>
            </a:r>
            <a:r>
              <a:rPr lang="en-US" sz="2300" dirty="0"/>
              <a:t>, </a:t>
            </a:r>
            <a:r>
              <a:rPr lang="en-US" sz="2300" b="1" dirty="0"/>
              <a:t>Claim</a:t>
            </a:r>
            <a:r>
              <a:rPr lang="en-US" sz="2300" dirty="0"/>
              <a:t>, </a:t>
            </a:r>
            <a:r>
              <a:rPr lang="en-US" sz="2300" b="1" dirty="0"/>
              <a:t>Loss, Expense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602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52A800-0C25-11C6-2AF5-84816ED52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Methodology: Combined Ratio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EFADB6-85FC-1F9A-043A-64A01C5926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76352" y="1540913"/>
                <a:ext cx="8915400" cy="4722043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𝐶𝑜𝑚𝑏𝑖𝑛𝑒𝑑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𝑅𝑎𝑡𝑖𝑜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𝐿𝑜𝑠𝑠𝑒𝑠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𝐸𝑥𝑝𝑒𝑛𝑠𝑒𝑠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𝑃𝑟𝑒𝑚𝑖𝑢𝑚</m:t>
                        </m:r>
                      </m:den>
                    </m:f>
                  </m:oMath>
                </a14:m>
                <a:endParaRPr lang="en-US" sz="1600" dirty="0"/>
              </a:p>
              <a:p>
                <a:pPr lvl="1"/>
                <a:r>
                  <a:rPr lang="en-US" dirty="0"/>
                  <a:t>&lt; 100%: collected more than paid out</a:t>
                </a:r>
              </a:p>
              <a:p>
                <a:pPr lvl="1"/>
                <a:r>
                  <a:rPr lang="en-US" dirty="0"/>
                  <a:t>&gt;100%: collected less than paid out</a:t>
                </a:r>
              </a:p>
              <a:p>
                <a:pPr lvl="1"/>
                <a:r>
                  <a:rPr lang="en-US" dirty="0"/>
                  <a:t>=100%: broke even</a:t>
                </a:r>
              </a:p>
              <a:p>
                <a:r>
                  <a:rPr lang="en-US" sz="1600" dirty="0"/>
                  <a:t>Typical targets:</a:t>
                </a:r>
              </a:p>
              <a:p>
                <a:pPr lvl="1"/>
                <a:r>
                  <a:rPr lang="en-US" dirty="0"/>
                  <a:t>92% for Homeowners/Commercial Property/Worker’s Compensation</a:t>
                </a:r>
              </a:p>
              <a:p>
                <a:pPr lvl="1"/>
                <a:r>
                  <a:rPr lang="en-US" dirty="0"/>
                  <a:t>95% for Personal/Commercial Auto</a:t>
                </a:r>
              </a:p>
              <a:p>
                <a:pPr lvl="1"/>
                <a:r>
                  <a:rPr lang="en-US" i="1" dirty="0"/>
                  <a:t>Question</a:t>
                </a:r>
                <a:r>
                  <a:rPr lang="en-US" dirty="0"/>
                  <a:t>: Why different targets?</a:t>
                </a:r>
              </a:p>
              <a:p>
                <a:r>
                  <a:rPr lang="en-US" sz="1600" dirty="0"/>
                  <a:t>Methodology</a:t>
                </a:r>
              </a:p>
              <a:p>
                <a:pPr lvl="1"/>
                <a:r>
                  <a:rPr lang="en-US" dirty="0"/>
                  <a:t>Estimate future losses</a:t>
                </a:r>
              </a:p>
              <a:p>
                <a:pPr lvl="1"/>
                <a:r>
                  <a:rPr lang="en-US" dirty="0"/>
                  <a:t>Estimate future expenses</a:t>
                </a:r>
              </a:p>
              <a:p>
                <a:pPr lvl="1"/>
                <a:r>
                  <a:rPr lang="en-US" dirty="0"/>
                  <a:t>Back into Premium required to hit target CR 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EFADB6-85FC-1F9A-043A-64A01C5926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76352" y="1540913"/>
                <a:ext cx="8915400" cy="4722043"/>
              </a:xfrm>
              <a:blipFill>
                <a:blip r:embed="rId2"/>
                <a:stretch>
                  <a:fillRect l="-3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2194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8B460-36DC-21DE-8E4D-24F5F188D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Price To Charge?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1A596-3794-08E9-7D52-C32D0921F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Say we estimate our future Losses to be $650K, our future Expenses to be $300K and our target CR to be 95%. </a:t>
            </a:r>
          </a:p>
          <a:p>
            <a:r>
              <a:rPr lang="en-US" dirty="0"/>
              <a:t>Question: What should our Premiums be? </a:t>
            </a:r>
          </a:p>
          <a:p>
            <a:pPr lvl="1"/>
            <a:r>
              <a:rPr lang="en-US" dirty="0"/>
              <a:t>~$1 million</a:t>
            </a:r>
          </a:p>
          <a:p>
            <a:r>
              <a:rPr lang="en-US" dirty="0"/>
              <a:t>Question: Say we estimate our future Exposures will be 1,140. What should we charge for each Exposure?</a:t>
            </a:r>
          </a:p>
          <a:p>
            <a:pPr lvl="1"/>
            <a:r>
              <a:rPr lang="en-US" dirty="0"/>
              <a:t>Option 1: Charge everyone exactly $2,500 per exposure. </a:t>
            </a:r>
          </a:p>
          <a:p>
            <a:pPr lvl="2"/>
            <a:r>
              <a:rPr lang="en-US" dirty="0"/>
              <a:t>Question: Is that a good idea?</a:t>
            </a:r>
          </a:p>
          <a:p>
            <a:pPr lvl="1"/>
            <a:r>
              <a:rPr lang="en-US" dirty="0"/>
              <a:t>Option 2: </a:t>
            </a:r>
            <a:r>
              <a:rPr lang="en-US" i="1" dirty="0"/>
              <a:t>On average</a:t>
            </a:r>
            <a:r>
              <a:rPr lang="en-US" dirty="0"/>
              <a:t> charge $2,500 per exposure, but charge “good” customers less and “bad” customers more</a:t>
            </a:r>
          </a:p>
          <a:p>
            <a:pPr lvl="2"/>
            <a:r>
              <a:rPr lang="en-US" dirty="0"/>
              <a:t>How do I determine who is a “good” or “bad” customer?</a:t>
            </a:r>
          </a:p>
          <a:p>
            <a:pPr lvl="2"/>
            <a:r>
              <a:rPr lang="en-US" dirty="0"/>
              <a:t>How do I determine how much more or less to charge?</a:t>
            </a:r>
          </a:p>
          <a:p>
            <a:pPr lvl="2"/>
            <a:r>
              <a:rPr lang="en-US" dirty="0"/>
              <a:t>Why is this a better idea than Option 1?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300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A1714-D1BF-3FB2-D312-148B24CA0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1940" y="652391"/>
            <a:ext cx="9666385" cy="733350"/>
          </a:xfrm>
        </p:spPr>
        <p:txBody>
          <a:bodyPr>
            <a:normAutofit/>
          </a:bodyPr>
          <a:lstStyle/>
          <a:p>
            <a:r>
              <a:rPr lang="en-US" sz="2800" dirty="0"/>
              <a:t>Adverse Selection: A Simple Marketplace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08FF0-CC13-6E38-E4B3-D987452DB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385741"/>
            <a:ext cx="8915400" cy="239126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Only two companies: Company A and Company B</a:t>
            </a:r>
          </a:p>
          <a:p>
            <a:pPr lvl="1"/>
            <a:r>
              <a:rPr lang="en-US" dirty="0"/>
              <a:t>Both companies have equal expenses, profit targets and equivalent customer satisfaction</a:t>
            </a:r>
          </a:p>
          <a:p>
            <a:r>
              <a:rPr lang="en-US" dirty="0"/>
              <a:t>Only two kinds of customers: Good and Bad</a:t>
            </a:r>
          </a:p>
          <a:p>
            <a:pPr lvl="1"/>
            <a:r>
              <a:rPr lang="en-US" dirty="0"/>
              <a:t>Good customers cost $2000 per exposure and Bad customers cost $3000 per exposure (including Losses, Expenses &amp; Profit- numerator of the Combined Ratio)</a:t>
            </a:r>
          </a:p>
          <a:p>
            <a:pPr lvl="1"/>
            <a:r>
              <a:rPr lang="en-US" dirty="0"/>
              <a:t>80% of the market is a Good customer and 20% of the market is a Bad customer</a:t>
            </a:r>
          </a:p>
          <a:p>
            <a:r>
              <a:rPr lang="en-US" dirty="0"/>
              <a:t>Customers are rational and fully informed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28AED08-D257-E43F-3007-437B77C741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682969"/>
              </p:ext>
            </p:extLst>
          </p:nvPr>
        </p:nvGraphicFramePr>
        <p:xfrm>
          <a:off x="1123361" y="3747843"/>
          <a:ext cx="9945278" cy="2966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5348">
                  <a:extLst>
                    <a:ext uri="{9D8B030D-6E8A-4147-A177-3AD203B41FA5}">
                      <a16:colId xmlns:a16="http://schemas.microsoft.com/office/drawing/2014/main" val="1948010817"/>
                    </a:ext>
                  </a:extLst>
                </a:gridCol>
                <a:gridCol w="3543252">
                  <a:extLst>
                    <a:ext uri="{9D8B030D-6E8A-4147-A177-3AD203B41FA5}">
                      <a16:colId xmlns:a16="http://schemas.microsoft.com/office/drawing/2014/main" val="547254234"/>
                    </a:ext>
                  </a:extLst>
                </a:gridCol>
                <a:gridCol w="3336678">
                  <a:extLst>
                    <a:ext uri="{9D8B030D-6E8A-4147-A177-3AD203B41FA5}">
                      <a16:colId xmlns:a16="http://schemas.microsoft.com/office/drawing/2014/main" val="3208555490"/>
                    </a:ext>
                  </a:extLst>
                </a:gridCol>
              </a:tblGrid>
              <a:tr h="2933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Company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Company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1263371"/>
                  </a:ext>
                </a:extLst>
              </a:tr>
              <a:tr h="733269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Pricing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Flat $2200 per exposure</a:t>
                      </a:r>
                    </a:p>
                    <a:p>
                      <a:pPr algn="ctr"/>
                      <a:r>
                        <a:rPr lang="en-US" sz="1600" i="1" dirty="0"/>
                        <a:t>(0.8 * 2000 + 0.2 * 3000)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$2000/exp for a Good customer and $3000/exp for a Bad customer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3032629"/>
                  </a:ext>
                </a:extLst>
              </a:tr>
              <a:tr h="733269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Customer Perception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Cheapest price available for all Bad customers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Cheapest price available for all Good customers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5815329"/>
                  </a:ext>
                </a:extLst>
              </a:tr>
              <a:tr h="95325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Outcome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Wins all Bad customers and loses $800/exp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Wins all Good customers and prices them appropriately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0116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668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47E94-612A-0BC0-624B-F6A5AEEB7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FF22F-CEE3-7E84-4661-C2F5AB58B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French Motor Liability Claims</a:t>
            </a:r>
          </a:p>
        </p:txBody>
      </p:sp>
    </p:spTree>
    <p:extLst>
      <p:ext uri="{BB962C8B-B14F-4D97-AF65-F5344CB8AC3E}">
        <p14:creationId xmlns:p14="http://schemas.microsoft.com/office/powerpoint/2010/main" val="8529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27622-DEAD-8490-1E2A-1F1E9114D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4498D-FC4D-9C1F-5C94-F084D0F36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Swiss Actuaries Actuarial Data Science Tutorials</a:t>
            </a:r>
            <a:endParaRPr lang="en-US" dirty="0"/>
          </a:p>
          <a:p>
            <a:pPr lvl="1"/>
            <a:r>
              <a:rPr lang="en-US" dirty="0"/>
              <a:t>We did Case Study 1 tonight</a:t>
            </a:r>
          </a:p>
          <a:p>
            <a:pPr lvl="1"/>
            <a:r>
              <a:rPr lang="en-US" dirty="0"/>
              <a:t>There are currently 16 case studies that explore actuarial data science topics and techniques</a:t>
            </a:r>
          </a:p>
          <a:p>
            <a:pPr lvl="1"/>
            <a:r>
              <a:rPr lang="en-US" dirty="0"/>
              <a:t>There is also a fantastic Data Sets log that can help you find datasets for your own projects</a:t>
            </a:r>
          </a:p>
        </p:txBody>
      </p:sp>
    </p:spTree>
    <p:extLst>
      <p:ext uri="{BB962C8B-B14F-4D97-AF65-F5344CB8AC3E}">
        <p14:creationId xmlns:p14="http://schemas.microsoft.com/office/powerpoint/2010/main" val="243651500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350</TotalTime>
  <Words>656</Words>
  <Application>Microsoft Office PowerPoint</Application>
  <PresentationFormat>Widescreen</PresentationFormat>
  <Paragraphs>95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Cambria Math</vt:lpstr>
      <vt:lpstr>Century Gothic</vt:lpstr>
      <vt:lpstr>Wingdings 3</vt:lpstr>
      <vt:lpstr>Wisp</vt:lpstr>
      <vt:lpstr>Actuarial Predictive Modeling</vt:lpstr>
      <vt:lpstr>Agenda</vt:lpstr>
      <vt:lpstr>Actuarial Universe</vt:lpstr>
      <vt:lpstr>Pricing 101: How the money flows</vt:lpstr>
      <vt:lpstr>Basic Methodology: Combined Ratio</vt:lpstr>
      <vt:lpstr>What Price To Charge?</vt:lpstr>
      <vt:lpstr>Adverse Selection: A Simple Marketplace</vt:lpstr>
      <vt:lpstr>Case Study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Warth</dc:creator>
  <cp:lastModifiedBy>Joseph Warth</cp:lastModifiedBy>
  <cp:revision>8</cp:revision>
  <dcterms:created xsi:type="dcterms:W3CDTF">2025-11-12T20:24:38Z</dcterms:created>
  <dcterms:modified xsi:type="dcterms:W3CDTF">2026-01-21T05:12:16Z</dcterms:modified>
</cp:coreProperties>
</file>